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05" r:id="rId4"/>
  </p:sldMasterIdLst>
  <p:notesMasterIdLst>
    <p:notesMasterId r:id="rId17"/>
  </p:notesMasterIdLst>
  <p:handoutMasterIdLst>
    <p:handoutMasterId r:id="rId18"/>
  </p:handoutMasterIdLst>
  <p:sldIdLst>
    <p:sldId id="4334" r:id="rId5"/>
    <p:sldId id="4354" r:id="rId6"/>
    <p:sldId id="4360" r:id="rId7"/>
    <p:sldId id="4353" r:id="rId8"/>
    <p:sldId id="4355" r:id="rId9"/>
    <p:sldId id="4356" r:id="rId10"/>
    <p:sldId id="4357" r:id="rId11"/>
    <p:sldId id="4362" r:id="rId12"/>
    <p:sldId id="4358" r:id="rId13"/>
    <p:sldId id="4363" r:id="rId14"/>
    <p:sldId id="4359" r:id="rId15"/>
    <p:sldId id="4364" r:id="rId16"/>
  </p:sldIdLst>
  <p:sldSz cx="12192000" cy="6858000"/>
  <p:notesSz cx="6858000" cy="9144000"/>
  <p:defaultTextStyle>
    <a:defPPr>
      <a:defRPr lang="en-US"/>
    </a:defPPr>
    <a:lvl1pPr marL="0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65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30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95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60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25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90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55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320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hdi" initials="M" lastIdx="1" clrIdx="0">
    <p:extLst>
      <p:ext uri="{19B8F6BF-5375-455C-9EA6-DF929625EA0E}">
        <p15:presenceInfo xmlns:p15="http://schemas.microsoft.com/office/powerpoint/2012/main" userId="Mahdi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EEEEE"/>
    <a:srgbClr val="F3C095"/>
    <a:srgbClr val="FF0102"/>
    <a:srgbClr val="D9D9D6"/>
    <a:srgbClr val="C8C9C7"/>
    <a:srgbClr val="97999B"/>
    <a:srgbClr val="63666A"/>
    <a:srgbClr val="00C1F7"/>
    <a:srgbClr val="3858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Stile chiaro 2 - Color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Stile chiaro 2 - Color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4C1A8A3-306A-4EB7-A6B1-4F7E0EB9C5D6}" styleName="Stile medio 3 - Colore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85BE263C-DBD7-4A20-BB59-AAB30ACAA65A}" styleName="Stile medio 3 - Color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5758FB7-9AC5-4552-8A53-C91805E547FA}" styleName="Stile con tema 1 - Colore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A488322-F2BA-4B5B-9748-0D474271808F}" styleName="Stile medio 3 - Colore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ile chiaro 2 - Color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ABFCF23-3B69-468F-B69F-88F6DE6A72F2}" styleName="Stile medio 1 - Colore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B4B98B0-60AC-42C2-AFA5-B58CD77FA1E5}" styleName="Stile chiaro 1 - Color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Stile chiaro 1 - Colore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Stile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E25E649-3F16-4E02-A733-19D2CDBF48F0}" styleName="Stile medio 3 - Color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018781-FBF9-354C-A025-C49C596164BA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F4EF74-8826-BD43-B880-7A8566D08AF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407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FFD40-13C9-7B48-A0BE-E251E1E33FE5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8E2375-F1B1-284C-A827-B0E603FDBDD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444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8E2375-F1B1-284C-A827-B0E603FDBDD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502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0" y="571501"/>
            <a:ext cx="6424690" cy="3448050"/>
          </a:xfrm>
        </p:spPr>
        <p:txBody>
          <a:bodyPr anchor="t">
            <a:normAutofit/>
          </a:bodyPr>
          <a:lstStyle>
            <a:lvl1pPr algn="l">
              <a:defRPr sz="63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4314113"/>
            <a:ext cx="6424690" cy="146179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6CE99E-569B-9EF8-3E2C-E9703F108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9362-C25C-48E1-B061-067B66DFFD59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44FA7-AAA6-D86F-6147-BF737C629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B96B87-E1F8-B928-94D1-10C1C20F9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32394A6-AED1-4B79-B4B6-933D748A7F18}" type="slidenum">
              <a:rPr lang="en-US" smtClean="0"/>
              <a:pPr/>
              <a:t>‹N›</a:t>
            </a:fld>
            <a:endParaRPr lang="en-US"/>
          </a:p>
        </p:txBody>
      </p:sp>
      <p:sp>
        <p:nvSpPr>
          <p:cNvPr id="4" name="Rettangolo con un angolo arrotondato 3">
            <a:extLst>
              <a:ext uri="{FF2B5EF4-FFF2-40B4-BE49-F238E27FC236}">
                <a16:creationId xmlns:a16="http://schemas.microsoft.com/office/drawing/2014/main" id="{C4CE3DF7-3A7B-BD9A-5360-0F8463A4B623}"/>
              </a:ext>
            </a:extLst>
          </p:cNvPr>
          <p:cNvSpPr/>
          <p:nvPr userDrawn="1"/>
        </p:nvSpPr>
        <p:spPr>
          <a:xfrm>
            <a:off x="571500" y="4138472"/>
            <a:ext cx="5040312" cy="56720"/>
          </a:xfrm>
          <a:prstGeom prst="round1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8" name="Gruppo 7">
            <a:extLst>
              <a:ext uri="{FF2B5EF4-FFF2-40B4-BE49-F238E27FC236}">
                <a16:creationId xmlns:a16="http://schemas.microsoft.com/office/drawing/2014/main" id="{7BC0263E-D917-9F41-8EA0-687DDF777DFC}"/>
              </a:ext>
            </a:extLst>
          </p:cNvPr>
          <p:cNvGrpSpPr/>
          <p:nvPr userDrawn="1"/>
        </p:nvGrpSpPr>
        <p:grpSpPr>
          <a:xfrm>
            <a:off x="8782152" y="408595"/>
            <a:ext cx="2404423" cy="786955"/>
            <a:chOff x="4600177" y="2167688"/>
            <a:chExt cx="2342429" cy="721200"/>
          </a:xfrm>
        </p:grpSpPr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D71B10FB-7E32-9B07-04E8-48D2AC71EB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85397" y="2167688"/>
              <a:ext cx="1557209" cy="720000"/>
            </a:xfrm>
            <a:prstGeom prst="rect">
              <a:avLst/>
            </a:prstGeom>
          </p:spPr>
        </p:pic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CA9DF8E2-E26C-45AB-EE0A-3207B22622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07105" y="2168888"/>
              <a:ext cx="703279" cy="720000"/>
            </a:xfrm>
            <a:prstGeom prst="rect">
              <a:avLst/>
            </a:prstGeom>
          </p:spPr>
        </p:pic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DF94D6E9-2AD3-1293-FCA1-EFFC2314A4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00177" y="2168888"/>
              <a:ext cx="703279" cy="720000"/>
            </a:xfrm>
            <a:prstGeom prst="rect">
              <a:avLst/>
            </a:prstGeom>
          </p:spPr>
        </p:pic>
      </p:grpSp>
      <p:pic>
        <p:nvPicPr>
          <p:cNvPr id="12" name="Immagine 11">
            <a:extLst>
              <a:ext uri="{FF2B5EF4-FFF2-40B4-BE49-F238E27FC236}">
                <a16:creationId xmlns:a16="http://schemas.microsoft.com/office/drawing/2014/main" id="{F3E6DD10-C887-43FE-2DCA-D6055EEB64B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13" name="Connettore 1 6">
            <a:extLst>
              <a:ext uri="{FF2B5EF4-FFF2-40B4-BE49-F238E27FC236}">
                <a16:creationId xmlns:a16="http://schemas.microsoft.com/office/drawing/2014/main" id="{9C055922-6E68-6719-4E88-59C6DBE969D7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243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>
            <a:extLst>
              <a:ext uri="{FF2B5EF4-FFF2-40B4-BE49-F238E27FC236}">
                <a16:creationId xmlns:a16="http://schemas.microsoft.com/office/drawing/2014/main" id="{8188E207-3F01-8FBA-B098-096C5C5A9748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571501"/>
            <a:ext cx="7365999" cy="3213100"/>
          </a:xfrm>
        </p:spPr>
        <p:txBody>
          <a:bodyPr anchor="t">
            <a:normAutofit/>
          </a:bodyPr>
          <a:lstStyle>
            <a:lvl1pPr algn="l">
              <a:defRPr sz="63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4086203"/>
            <a:ext cx="7365999" cy="1545336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040F18-45CE-ABBE-6C07-3D91C88A3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82C3E-BD93-4211-8DD5-73CD37AC61D0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0B30E-047D-5A69-8BB6-9EB6959D4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4ABD01-729E-F1CA-0C80-2740BCB7E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0D4AF5A6-C97E-3339-409E-23C1D915EFF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13" name="Connettore 1 7">
            <a:extLst>
              <a:ext uri="{FF2B5EF4-FFF2-40B4-BE49-F238E27FC236}">
                <a16:creationId xmlns:a16="http://schemas.microsoft.com/office/drawing/2014/main" id="{421ADC48-096B-CB77-D1BC-5D6AE21A3662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933605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3980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0" y="566928"/>
            <a:ext cx="7366000" cy="3909822"/>
          </a:xfrm>
        </p:spPr>
        <p:txBody>
          <a:bodyPr anchor="b">
            <a:normAutofit/>
          </a:bodyPr>
          <a:lstStyle>
            <a:lvl1pPr algn="l">
              <a:defRPr sz="63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5069" y="4785781"/>
            <a:ext cx="7362431" cy="1500719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371F7-C1FF-8149-CD8B-923EB220C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BB7C0-6AB3-40BD-BD3F-ADE16E9172F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7DF003-A33D-4D7D-46B7-8C91BCC6B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487AC7-69A2-97F0-149F-924A542E4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sp>
        <p:nvSpPr>
          <p:cNvPr id="4" name="Rettangolo con un angolo arrotondato 3">
            <a:extLst>
              <a:ext uri="{FF2B5EF4-FFF2-40B4-BE49-F238E27FC236}">
                <a16:creationId xmlns:a16="http://schemas.microsoft.com/office/drawing/2014/main" id="{23E76180-92DA-DF6C-E0C4-E5378136D678}"/>
              </a:ext>
            </a:extLst>
          </p:cNvPr>
          <p:cNvSpPr/>
          <p:nvPr userDrawn="1"/>
        </p:nvSpPr>
        <p:spPr>
          <a:xfrm>
            <a:off x="575069" y="4632742"/>
            <a:ext cx="5040312" cy="56720"/>
          </a:xfrm>
          <a:prstGeom prst="round1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C778484-6D4A-B53A-B413-7478273E45B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9" name="Connettore 1 7">
            <a:extLst>
              <a:ext uri="{FF2B5EF4-FFF2-40B4-BE49-F238E27FC236}">
                <a16:creationId xmlns:a16="http://schemas.microsoft.com/office/drawing/2014/main" id="{2E3C05A3-56D1-5E98-C76B-9AE9251FF95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933605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28598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5477496"/>
            <a:ext cx="7365999" cy="684709"/>
          </a:xfrm>
        </p:spPr>
        <p:txBody>
          <a:bodyPr anchor="ctr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11389" y="5477496"/>
            <a:ext cx="3409110" cy="807801"/>
          </a:xfrm>
        </p:spPr>
        <p:txBody>
          <a:bodyPr anchor="ctr">
            <a:normAutofit/>
          </a:bodyPr>
          <a:lstStyle>
            <a:lvl1pPr marL="0" indent="0" algn="r">
              <a:buNone/>
              <a:defRPr sz="19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5283351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2C180B-BCD9-C614-3845-B48B8B59D0D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DD53745-B8E3-4124-A519-F4AF13B8F9B7}" type="datetime1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DF6B21-F51E-88D5-5787-BD2AB071E5B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ADAAB8-BA47-F56D-502C-39438A25131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pPr/>
              <a:t>‹N›</a:t>
            </a:fld>
            <a:endParaRPr lang="en-US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F551BF9-459F-F1B8-4EDF-5F21DC1188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5" name="Connettore 1 6">
            <a:extLst>
              <a:ext uri="{FF2B5EF4-FFF2-40B4-BE49-F238E27FC236}">
                <a16:creationId xmlns:a16="http://schemas.microsoft.com/office/drawing/2014/main" id="{5EAB4729-AE93-0E78-499E-3E83EC6F9776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827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156762"/>
            <a:ext cx="7365999" cy="1179576"/>
          </a:xfrm>
        </p:spPr>
        <p:txBody>
          <a:bodyPr anchor="ctr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11388" y="156763"/>
            <a:ext cx="3409111" cy="1179576"/>
          </a:xfrm>
        </p:spPr>
        <p:txBody>
          <a:bodyPr anchor="ctr">
            <a:normAutofit/>
          </a:bodyPr>
          <a:lstStyle>
            <a:lvl1pPr marL="0" indent="0" algn="r">
              <a:buNone/>
              <a:defRPr sz="19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497874"/>
            <a:ext cx="12191999" cy="536012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209C0-B255-AB63-1693-AA4F58EE94B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6B77E19-0A30-47F1-92A2-EF52A836DE0E}" type="datetime1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58D09-EC62-34A6-388D-D3986CBC6C3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A2B13-2DF6-FCBD-3EF9-4927EB6FB2C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51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2150" y="932704"/>
            <a:ext cx="4578350" cy="3137646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2150" y="4363652"/>
            <a:ext cx="457835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311D36E-7C6D-4BEF-F979-40FC876B593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548F21D-E868-4844-9A79-C7B7DF19F1EF}" type="datetime1">
              <a:rPr lang="en-US" smtClean="0"/>
              <a:t>11/7/2025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8118EF1-9DA1-1338-6954-0E01B840A9C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530D27D-B0D4-275C-E5E1-03E614874BC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1140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46870" y="1160167"/>
            <a:ext cx="4572000" cy="2719683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46869" y="4152900"/>
            <a:ext cx="4572000" cy="1579267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73133" y="1160167"/>
            <a:ext cx="4572000" cy="4572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6CF09FB-B7FE-D895-1BC9-189527D5EB2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DE446A-1627-4C5A-AEC6-A09F73758015}" type="datetime1">
              <a:rPr lang="en-US" smtClean="0"/>
              <a:t>11/7/2025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CC38DA2-BBCA-6489-6980-3C70BBD545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5BC6496-AC13-DE81-B85B-98AF3EDA5E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A928F2D-4C06-414A-56A4-BC527C3524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5" name="Connettore 1 6">
            <a:extLst>
              <a:ext uri="{FF2B5EF4-FFF2-40B4-BE49-F238E27FC236}">
                <a16:creationId xmlns:a16="http://schemas.microsoft.com/office/drawing/2014/main" id="{FE79162D-5776-420D-5157-8E6A7545AC2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567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0" y="1725580"/>
            <a:ext cx="7366000" cy="4560920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099746-F71D-6872-80E5-E1CB0D2FF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17213-651B-4F23-85C6-4EE5C95A56A6}" type="datetime1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DB74C9-D450-A96E-6266-35811676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46966-AD7D-6225-CF62-8F7B017C1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F6F9B54-6E91-0A64-C706-5F08A1259C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D6386198-9153-5AB7-E79B-E2E1D6A8644F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3020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1C1543E-E521-0312-C2DA-C5B7283E72D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37500" y="0"/>
            <a:ext cx="4254499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7CFA3-2C4B-741D-89D0-329825AF06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BB6685-5F8D-4827-95D2-2E619AA7812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D27844-398D-3864-D06E-7C992F7139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6C360-0C0C-F5EE-7013-AA78CED64DC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A220FB9-CA8F-608D-8CBF-D6D3BF83BA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ACD054F1-4C8C-BBCB-5662-5563481211C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A981D8E-25B1-159E-7A02-275B658FD223}"/>
              </a:ext>
            </a:extLst>
          </p:cNvPr>
          <p:cNvSpPr txBox="1">
            <a:spLocks/>
          </p:cNvSpPr>
          <p:nvPr userDrawn="1"/>
        </p:nvSpPr>
        <p:spPr>
          <a:xfrm>
            <a:off x="571500" y="571500"/>
            <a:ext cx="5996148" cy="1527048"/>
          </a:xfrm>
          <a:prstGeom prst="rect">
            <a:avLst/>
          </a:prstGeom>
          <a:effectLst/>
        </p:spPr>
        <p:txBody>
          <a:bodyPr vert="horz" lIns="0" tIns="192024" rIns="0" bIns="0" rtlCol="0" anchor="b" anchorCtr="0">
            <a:spAutoFit/>
          </a:bodyPr>
          <a:lstStyle>
            <a:lvl1pPr algn="l" defTabSz="914318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000" b="1" i="0" kern="1200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EDE3154-5DDE-6EC1-AC8A-964D65641B8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71499" y="2389913"/>
            <a:ext cx="6002555" cy="38965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4534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3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A84B-D2AD-766A-3406-CA8629ED1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7366000" cy="246888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3871C-E396-2FCE-911C-CC96EB7C8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500" y="3429000"/>
            <a:ext cx="7366000" cy="182880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6E582-2B2B-9F7A-424D-1C2167EFF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7CEBB-F62E-4DBF-AE40-84CAAF75581B}" type="datetime1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A6704-AF6C-916C-657E-21DE5CF48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375EE-16BC-0D88-1584-FC3846CC3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‹N›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DFDE3AE-0FC4-D777-0991-709C23E679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E07A58AE-212D-FF32-6E85-0A9D8BDCACCF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30608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3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 not remove" hidden="1">
            <a:extLst>
              <a:ext uri="{FF2B5EF4-FFF2-40B4-BE49-F238E27FC236}">
                <a16:creationId xmlns:a16="http://schemas.microsoft.com/office/drawing/2014/main" id="{7764FBC7-0EDD-E932-1B61-941E913CBF2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191123"/>
            <a:ext cx="5067300" cy="1554480"/>
          </a:xfrm>
        </p:spPr>
        <p:txBody>
          <a:bodyPr>
            <a:noAutofit/>
          </a:bodyPr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4766" y="2701509"/>
            <a:ext cx="5524500" cy="333756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1BB12F-26B6-0E6B-FDA6-48784412D89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95C77EB-BB77-4115-B5C6-ACF92BA9DF8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A120D2-089A-5AF1-BB1B-639A5CB421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72718BD-2667-DC98-07FE-F0A41C7C512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0D4E354-33D7-9081-7500-541FDBF93AC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9" name="Connettore 1 6">
            <a:extLst>
              <a:ext uri="{FF2B5EF4-FFF2-40B4-BE49-F238E27FC236}">
                <a16:creationId xmlns:a16="http://schemas.microsoft.com/office/drawing/2014/main" id="{B143A681-94D9-D593-949A-35BBA0ED6292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po 9">
            <a:extLst>
              <a:ext uri="{FF2B5EF4-FFF2-40B4-BE49-F238E27FC236}">
                <a16:creationId xmlns:a16="http://schemas.microsoft.com/office/drawing/2014/main" id="{C52A0BB5-58FC-1F8F-B277-1479A1BCDA73}"/>
              </a:ext>
            </a:extLst>
          </p:cNvPr>
          <p:cNvGrpSpPr/>
          <p:nvPr userDrawn="1"/>
        </p:nvGrpSpPr>
        <p:grpSpPr>
          <a:xfrm>
            <a:off x="8782152" y="408595"/>
            <a:ext cx="2404423" cy="786955"/>
            <a:chOff x="4600177" y="2167688"/>
            <a:chExt cx="2342429" cy="721200"/>
          </a:xfrm>
        </p:grpSpPr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B8929132-8E6E-9213-233E-738BDE214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85397" y="2167688"/>
              <a:ext cx="1557209" cy="720000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F8BC0A45-F889-AB1D-DB7A-8C0E5F53B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07105" y="2168888"/>
              <a:ext cx="703279" cy="720000"/>
            </a:xfrm>
            <a:prstGeom prst="rect">
              <a:avLst/>
            </a:prstGeom>
          </p:spPr>
        </p:pic>
        <p:pic>
          <p:nvPicPr>
            <p:cNvPr id="13" name="Immagine 12">
              <a:extLst>
                <a:ext uri="{FF2B5EF4-FFF2-40B4-BE49-F238E27FC236}">
                  <a16:creationId xmlns:a16="http://schemas.microsoft.com/office/drawing/2014/main" id="{8F5EC95A-0BB0-61E5-DBBB-DCAA237FD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00177" y="2168888"/>
              <a:ext cx="703279" cy="72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49352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66738"/>
            <a:ext cx="3475568" cy="5715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71500"/>
            <a:ext cx="7116232" cy="5715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7FBF9-6199-C538-8AC9-DC060E6832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32A80C9-C9F9-40C7-B852-66696CA92F7A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679AD5-09F2-B70B-1257-3A581A70CF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092FFE-FC25-54B1-BFD0-37B113BA4F8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F6868AA-FDBC-FDB5-82C4-9A322A1CB2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61C74C0C-6DE7-A75C-E492-BC562B972056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6506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0" y="856488"/>
            <a:ext cx="5067299" cy="155448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8BA47EC-9F5A-D195-473F-D45D6B4AAD8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53200" y="2704270"/>
            <a:ext cx="5067299" cy="324542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DEFAA9-05D4-C50D-1555-862D2BB2546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E8260C8-3AFF-4FEE-9A16-94DD14809543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40CE83-1754-94FC-DBC9-6F528E2D5E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9571D-A00C-AC78-31B6-F4C14EFD002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07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8921" y="882746"/>
            <a:ext cx="4251579" cy="155448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8BA47EC-9F5A-D195-473F-D45D6B4AAD8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71500" y="882746"/>
            <a:ext cx="6340221" cy="5092509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F2D8916-D44B-09D7-6044-06338D0661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368921" y="2730528"/>
            <a:ext cx="4251579" cy="324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6191AE-3CD4-E3B1-4D98-5233455E2E6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D0A8B6D-0F71-4119-8DE9-12AAED5C156B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6BC111-E281-B1AF-3233-2AC1A66583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BAADA6-5F3D-6971-D503-996EA243759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A51C50E-626A-21E5-5F6E-7B5E6752D4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9EC091FC-CECA-3F47-B909-290E9A877EDA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31637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201602"/>
            <a:ext cx="4572000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4600" y="2201602"/>
            <a:ext cx="4572000" cy="247380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93D1BF-A304-DD30-F7E9-BCA867EA30A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07333A9-42DA-4CAB-9EC2-DDCEE0B5569C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11511E-CC0C-FE90-50A9-1626E8244CF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901421-64A3-7B7E-C8F7-8805BD4B153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DEE3C41-83BF-26C2-0F03-E3975E56E4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78E6E7DF-7F36-4880-0B31-E0575D2CA8DB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41642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651000"/>
            <a:ext cx="5029200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4599" y="1651000"/>
            <a:ext cx="5029200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49364A-8882-92B7-8056-BA4E410471D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64EEA55-D3EA-4DDC-85FB-A8544C2FDC96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59A083-359A-A96C-2070-82645E5AB9F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9BD43-BE72-BAEA-4625-E36A6129AD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794185F-EC26-FF80-A474-EAA1EE4CCF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39B51C19-2042-9B09-EE04-BD00086F40A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8389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1019969"/>
            <a:ext cx="5067300" cy="240903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019969"/>
            <a:ext cx="5524500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B0D72C-A3FA-7697-2A5F-FC2EC8D3ED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B7F76ED-5129-4B45-944F-7E16AF7C8D05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73FE49-ED79-BA79-DA00-DBB05FB3EE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F786EA-772D-7FBC-F0C2-904C2D40D9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8C5B228-CE34-2F44-ABB3-6528C628A6E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DF680895-BB27-881D-301E-B816628920EB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86054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09" y="838994"/>
            <a:ext cx="4142232" cy="2322512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74491" y="838994"/>
            <a:ext cx="6438900" cy="51800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E0A3C2-E480-77F8-E59A-94275A0EE12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7ED78A-0BB3-40BF-A4DA-FD8FB857090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38ED19-D103-A6B8-2DB6-6E40A21DCF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C2271F-63E6-8A32-00F8-D10122ADEAE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32FB2AE-AFE9-4AC0-E706-7E7CEA8FF1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99245D3E-E90B-CB1E-6B1D-E8CF1D24B091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9551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3225800" cy="285750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54500" y="571501"/>
            <a:ext cx="7365999" cy="5714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9F1589-D778-41C2-9B3F-21993F53934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79A03F-4AD9-41B3-8D65-65E63BA70017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0E605F-3391-773E-3D7C-321DB190D2B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9EDF10-00F1-E923-23B0-94EBD082DC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5345A43-D5E0-762F-1F63-134603F2FB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E215342F-755F-B85B-8A4A-117739536992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0703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839038"/>
            <a:ext cx="3683000" cy="5179925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4E8DCF-7651-7F5E-F807-E457EC8B4A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11700" y="849312"/>
            <a:ext cx="6908800" cy="5169651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CFD70-7459-8152-DFCC-DB3D4C9D79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8DD0454-9759-40AB-8886-34E20BD18488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496DDC-1B65-7F8D-F321-FCC2BDC2FB3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675759-6BE1-42D8-63FE-5DA054C15E5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2D77163-ECAF-46AE-0A5F-B58877A573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ED6D34D2-4CBA-7FCF-C71F-CD816EDFB1D0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800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28EE64-60FA-E7C9-D252-C1DB9CD3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A15FA-7B79-4582-BF66-173B5CB46BF2}" type="datetime1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69D5B-4539-BD3A-6923-6E959FFF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AC07A-1219-3CFA-DA44-2D8612F1E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C3D9144-C8CA-3B83-86E9-E9BF00A535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326037C0-ACAB-6A81-7A3B-C143023DEDAA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402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9249" y="571500"/>
            <a:ext cx="5954483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006" y="6351"/>
            <a:ext cx="5189023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59655" y="2389913"/>
            <a:ext cx="5960845" cy="3896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1AD09-93E3-30DB-296B-ED53BA8DB7E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CAD42D-1A95-4E52-9DEA-DF2CBAEFB67F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7DAE5-0D08-EDBD-3561-BF06164D65F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4C2CF-91DC-4B10-665F-AF08B6BB57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7818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26442" y="-6350"/>
            <a:ext cx="5165558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507085-F9AE-18DD-0199-2136D6EAC88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6429B6B-0E9D-4CA5-974D-3D1C35D0E86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B69386-5D8E-84F1-FA36-C4CBD23544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5C7658-16DD-331E-9BFF-2FA99957F0A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D228D66-1BB1-D6A0-FFB8-F1D11227E17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F4A98977-0AB6-8D2A-4CA9-468EAF656BA3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3C275225-65EF-6B40-4746-788AC8F90A94}"/>
              </a:ext>
            </a:extLst>
          </p:cNvPr>
          <p:cNvSpPr txBox="1">
            <a:spLocks/>
          </p:cNvSpPr>
          <p:nvPr userDrawn="1"/>
        </p:nvSpPr>
        <p:spPr>
          <a:xfrm>
            <a:off x="1055688" y="558419"/>
            <a:ext cx="5829681" cy="755391"/>
          </a:xfrm>
          <a:prstGeom prst="rect">
            <a:avLst/>
          </a:prstGeom>
          <a:effectLst/>
        </p:spPr>
        <p:txBody>
          <a:bodyPr vert="horz" lIns="0" tIns="192024" rIns="0" bIns="0" rtlCol="0" anchor="t" anchorCtr="0">
            <a:spAutoFit/>
          </a:bodyPr>
          <a:lstStyle>
            <a:lvl1pPr algn="l" defTabSz="914318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000" b="1" i="0" kern="1200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>
              <a:solidFill>
                <a:schemeClr val="accent1"/>
              </a:solidFill>
            </a:endParaRP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E4B0D49A-EF6F-41C1-3E4C-14EEB305AF81}"/>
              </a:ext>
            </a:extLst>
          </p:cNvPr>
          <p:cNvSpPr txBox="1"/>
          <p:nvPr userDrawn="1"/>
        </p:nvSpPr>
        <p:spPr>
          <a:xfrm>
            <a:off x="1754044" y="2970339"/>
            <a:ext cx="1940069" cy="980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b="1"/>
              <a:t>Details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/>
              <a:t>A peep at some distant orb has power to raise and purify our thoughts like a strain.</a:t>
            </a:r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ABF16E00-BA6A-6C7B-C345-2B5227D90578}"/>
              </a:ext>
            </a:extLst>
          </p:cNvPr>
          <p:cNvSpPr txBox="1"/>
          <p:nvPr userDrawn="1"/>
        </p:nvSpPr>
        <p:spPr>
          <a:xfrm>
            <a:off x="1754044" y="4307967"/>
            <a:ext cx="1940069" cy="980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b="1"/>
              <a:t>Details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/>
              <a:t>A peep at some distant orb has power to raise and purify our thoughts like a strain.</a:t>
            </a:r>
          </a:p>
        </p:txBody>
      </p:sp>
      <p:sp>
        <p:nvSpPr>
          <p:cNvPr id="23" name="TextBox 12">
            <a:extLst>
              <a:ext uri="{FF2B5EF4-FFF2-40B4-BE49-F238E27FC236}">
                <a16:creationId xmlns:a16="http://schemas.microsoft.com/office/drawing/2014/main" id="{1BBDDF29-E5B5-5754-C29F-F4B6C6D5DF0E}"/>
              </a:ext>
            </a:extLst>
          </p:cNvPr>
          <p:cNvSpPr txBox="1"/>
          <p:nvPr userDrawn="1"/>
        </p:nvSpPr>
        <p:spPr>
          <a:xfrm>
            <a:off x="4996355" y="2970339"/>
            <a:ext cx="1940069" cy="980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b="1"/>
              <a:t>Details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/>
              <a:t>A peep at some distant orb has power to raise and purify our thoughts like a strain.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80715F02-4C98-7444-AC87-215D5F0FAEEF}"/>
              </a:ext>
            </a:extLst>
          </p:cNvPr>
          <p:cNvSpPr txBox="1"/>
          <p:nvPr userDrawn="1"/>
        </p:nvSpPr>
        <p:spPr>
          <a:xfrm>
            <a:off x="4996355" y="4307967"/>
            <a:ext cx="1940069" cy="980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b="1"/>
              <a:t>Details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/>
              <a:t>A peep at some distant orb has power to raise and purify our thoughts like a strain.</a:t>
            </a:r>
          </a:p>
        </p:txBody>
      </p:sp>
      <p:sp>
        <p:nvSpPr>
          <p:cNvPr id="25" name="Oval 16">
            <a:extLst>
              <a:ext uri="{FF2B5EF4-FFF2-40B4-BE49-F238E27FC236}">
                <a16:creationId xmlns:a16="http://schemas.microsoft.com/office/drawing/2014/main" id="{062E6406-FFB6-D34D-576C-FEC56C274376}"/>
              </a:ext>
            </a:extLst>
          </p:cNvPr>
          <p:cNvSpPr/>
          <p:nvPr userDrawn="1"/>
        </p:nvSpPr>
        <p:spPr>
          <a:xfrm>
            <a:off x="1055688" y="2940447"/>
            <a:ext cx="396240" cy="3962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Open Sans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26" name="Oval 17">
            <a:extLst>
              <a:ext uri="{FF2B5EF4-FFF2-40B4-BE49-F238E27FC236}">
                <a16:creationId xmlns:a16="http://schemas.microsoft.com/office/drawing/2014/main" id="{2E093A0C-EBD9-98A1-02AB-D810EA0F6669}"/>
              </a:ext>
            </a:extLst>
          </p:cNvPr>
          <p:cNvSpPr/>
          <p:nvPr userDrawn="1"/>
        </p:nvSpPr>
        <p:spPr>
          <a:xfrm>
            <a:off x="1055688" y="4253920"/>
            <a:ext cx="396240" cy="3962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Open Sans" charset="0"/>
                <a:cs typeface="Arial" panose="020B0604020202020204" pitchFamily="34" charset="0"/>
              </a:rPr>
              <a:t>03</a:t>
            </a:r>
          </a:p>
        </p:txBody>
      </p:sp>
      <p:sp>
        <p:nvSpPr>
          <p:cNvPr id="27" name="Oval 18">
            <a:extLst>
              <a:ext uri="{FF2B5EF4-FFF2-40B4-BE49-F238E27FC236}">
                <a16:creationId xmlns:a16="http://schemas.microsoft.com/office/drawing/2014/main" id="{8C491A1C-4944-12DD-7FDB-055EFD32581D}"/>
              </a:ext>
            </a:extLst>
          </p:cNvPr>
          <p:cNvSpPr/>
          <p:nvPr userDrawn="1"/>
        </p:nvSpPr>
        <p:spPr>
          <a:xfrm>
            <a:off x="4293409" y="2940447"/>
            <a:ext cx="396240" cy="3962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762000" dist="2540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>
                <a:latin typeface="Arial" panose="020B0604020202020204" pitchFamily="34" charset="0"/>
                <a:ea typeface="Open Sans" charset="0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28" name="Oval 19">
            <a:extLst>
              <a:ext uri="{FF2B5EF4-FFF2-40B4-BE49-F238E27FC236}">
                <a16:creationId xmlns:a16="http://schemas.microsoft.com/office/drawing/2014/main" id="{B0F8D969-0B2F-38D7-B18E-6D6ACB5586DE}"/>
              </a:ext>
            </a:extLst>
          </p:cNvPr>
          <p:cNvSpPr/>
          <p:nvPr userDrawn="1"/>
        </p:nvSpPr>
        <p:spPr>
          <a:xfrm>
            <a:off x="4293409" y="4253920"/>
            <a:ext cx="396240" cy="3962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Open Sans" charset="0"/>
                <a:cs typeface="Arial" panose="020B0604020202020204" pitchFamily="34" charset="0"/>
              </a:rPr>
              <a:t>04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87732B67-7D4C-D256-41D1-6A00EE7BC100}"/>
              </a:ext>
            </a:extLst>
          </p:cNvPr>
          <p:cNvSpPr txBox="1"/>
          <p:nvPr userDrawn="1"/>
        </p:nvSpPr>
        <p:spPr>
          <a:xfrm>
            <a:off x="1055688" y="1569059"/>
            <a:ext cx="5040312" cy="7553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36000" rIns="216000" bIns="36000" rtlCol="0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it-IT" err="1"/>
              <a:t>Lorem</a:t>
            </a:r>
            <a:r>
              <a:rPr lang="it-IT"/>
              <a:t> </a:t>
            </a:r>
            <a:r>
              <a:rPr lang="it-IT" err="1"/>
              <a:t>ipsum</a:t>
            </a:r>
            <a:r>
              <a:rPr lang="it-IT"/>
              <a:t> </a:t>
            </a:r>
            <a:r>
              <a:rPr lang="it-IT" err="1"/>
              <a:t>dolor</a:t>
            </a:r>
            <a:r>
              <a:rPr lang="it-IT"/>
              <a:t> </a:t>
            </a:r>
            <a:r>
              <a:rPr lang="it-IT" err="1"/>
              <a:t>sit</a:t>
            </a:r>
            <a:r>
              <a:rPr lang="it-IT"/>
              <a:t> </a:t>
            </a:r>
            <a:r>
              <a:rPr lang="it-IT" err="1"/>
              <a:t>amet</a:t>
            </a:r>
            <a:r>
              <a:rPr lang="it-IT"/>
              <a:t>, </a:t>
            </a:r>
            <a:r>
              <a:rPr lang="it-IT" err="1"/>
              <a:t>consectetur</a:t>
            </a:r>
            <a:r>
              <a:rPr lang="it-IT"/>
              <a:t> </a:t>
            </a:r>
            <a:r>
              <a:rPr lang="it-IT" err="1"/>
              <a:t>adipiscing</a:t>
            </a:r>
            <a:r>
              <a:rPr lang="it-IT"/>
              <a:t> </a:t>
            </a:r>
            <a:r>
              <a:rPr lang="it-IT" err="1"/>
              <a:t>elit</a:t>
            </a:r>
            <a:r>
              <a:rPr lang="it-IT"/>
              <a:t>. </a:t>
            </a:r>
            <a:r>
              <a:rPr lang="it-IT" err="1"/>
              <a:t>Mauris</a:t>
            </a:r>
            <a:r>
              <a:rPr lang="it-IT"/>
              <a:t> </a:t>
            </a:r>
            <a:r>
              <a:rPr lang="it-IT" err="1"/>
              <a:t>ac</a:t>
            </a:r>
            <a:r>
              <a:rPr lang="it-IT"/>
              <a:t> </a:t>
            </a:r>
            <a:r>
              <a:rPr lang="it-IT" err="1"/>
              <a:t>laoreet</a:t>
            </a:r>
            <a:r>
              <a:rPr lang="it-IT"/>
              <a:t> </a:t>
            </a:r>
            <a:r>
              <a:rPr lang="it-IT" err="1"/>
              <a:t>nibh</a:t>
            </a:r>
            <a:r>
              <a:rPr lang="it-IT"/>
              <a:t>.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5102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50" y="571500"/>
            <a:ext cx="504825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6096001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72250" y="2389913"/>
            <a:ext cx="5048250" cy="3896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AB8493-B8F0-CBFE-BED8-84DB5FD941F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E14AE206-0CD8-4465-979C-D4F599B4CD40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935B94-518F-9431-2E3F-EA245E0BACE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15D51-09D7-3E91-6C1E-ACF34800A4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7190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83413"/>
            <a:ext cx="506730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1500" y="2376746"/>
            <a:ext cx="5067300" cy="39097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A337D-9B9A-C54F-BA84-8D85847A997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FFEE5ED-09EC-497B-9934-686F614BEFC4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DC6729-ADE8-8F6C-14E2-468B32AD6E3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F0D4B5-5C03-3781-B1CA-AB763355CF4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3E3C444-5462-9128-17AA-514733913B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8B88069E-601A-0ECD-0F84-70A96E535E17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99126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4700" y="571500"/>
            <a:ext cx="3225799" cy="23337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937501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94700" y="3198552"/>
            <a:ext cx="3225799" cy="308794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A4C082-E642-7B2B-E236-F87721400F3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3172BB-D237-4884-A39B-D7D8A5179D6A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99D91-B2EF-EA00-FF0D-A9F99B34E9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AB7998-C87B-CE6B-BDEF-FEF0473B0B1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92398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4648271"/>
            <a:ext cx="5086350" cy="1523494"/>
          </a:xfrm>
        </p:spPr>
        <p:txBody>
          <a:bodyPr anchor="t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3561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648201"/>
            <a:ext cx="5524500" cy="1638300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 marL="228600" indent="0">
              <a:buNone/>
              <a:defRPr sz="1200"/>
            </a:lvl2pPr>
            <a:lvl3pPr marL="457200" indent="0">
              <a:buNone/>
              <a:defRPr sz="1200"/>
            </a:lvl3pPr>
            <a:lvl4pPr marL="685800" indent="0">
              <a:buNone/>
              <a:defRPr sz="12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382287-F617-C4B8-1996-F0E9DCC6089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68CF254B-1AF9-4330-866A-E0157E0BAF08}" type="datetime1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E0B8FF-4A35-9D25-97F7-02B969FDC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75829-13BC-40FA-D1A7-54F61C0323F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BAC446C0-73DC-0605-E984-DD9801109E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0BFC89A2-68BC-62EE-8A2F-525D0080F3E3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24698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575109"/>
            <a:ext cx="5078528" cy="127198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1501" y="2140391"/>
            <a:ext cx="5078528" cy="416896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242721D-E766-EA7B-47B1-DA0283D1AB9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75109"/>
            <a:ext cx="5524500" cy="57113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C1396E-BE73-F581-2D3B-E327414AE87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EB339510-B06D-4B77-B448-97991405AA87}" type="datetime1">
              <a:rPr lang="en-US" smtClean="0"/>
              <a:t>11/7/2025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14AD094-0ED2-63DA-495C-68874BD470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AAC97D-23BC-805D-6FCA-853082551EF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C0A4C81-5BBD-5784-9926-CEBF7801B9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F2AC51F9-D498-DB01-E0E3-5ABBBB4B439C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223936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3D6443-2698-4AD4-33E5-357899B33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1500" y="1963550"/>
            <a:ext cx="5078529" cy="4322949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1963556"/>
            <a:ext cx="5524500" cy="43229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5B8824-5315-EA50-6818-DE4BD2ABFF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230B68E-D61C-44EA-BBA2-A6A87BF765D2}" type="datetime1">
              <a:rPr lang="en-US" smtClean="0"/>
              <a:t>11/7/2025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D29F76F-9CD8-F1B7-36CE-01336B9937F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103150-821B-926A-D0FF-23F5CD5A2DA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0EB2802-6FAB-16E7-96EC-46B96163E7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176A1996-50B7-A5B1-B9B9-8CFE1EADE470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593846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571500"/>
            <a:ext cx="5064803" cy="206770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1499" y="2932509"/>
            <a:ext cx="5066429" cy="3353992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71500"/>
            <a:ext cx="5524500" cy="5715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C27DA1-756D-FF8F-0026-B5F9491ED9E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0B419624-FB8B-417B-952C-90E6286A6723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DE57ED-E859-036E-7169-E1E40A42218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FAAE8-D837-FD16-0C3B-CB285D86AB9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80EEA1E-B79F-EA88-6E75-35DD318E7F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5B617146-F0FD-4418-3F32-FC56DE2CD8A8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600913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094" y="571500"/>
            <a:ext cx="4128222" cy="1170673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4093" y="2035476"/>
            <a:ext cx="4128221" cy="425102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C5649D-67B7-0DFF-F44C-827D4BA9CC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35F2DF9-3AA3-4E1E-9B9F-2FB5D2D28374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7BD6A6-81DE-9471-F07E-36B5463CA2E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F90A58-305F-52EC-7478-600E3754F3E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3CF1FBF-8E57-CEE5-66A8-202313D83B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FEB62624-8987-8D03-6843-BF09486933E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4">
            <a:extLst>
              <a:ext uri="{FF2B5EF4-FFF2-40B4-BE49-F238E27FC236}">
                <a16:creationId xmlns:a16="http://schemas.microsoft.com/office/drawing/2014/main" id="{56C10EAC-2881-E278-6B98-A51C2ED40E56}"/>
              </a:ext>
            </a:extLst>
          </p:cNvPr>
          <p:cNvGrpSpPr/>
          <p:nvPr userDrawn="1"/>
        </p:nvGrpSpPr>
        <p:grpSpPr>
          <a:xfrm>
            <a:off x="5346262" y="870331"/>
            <a:ext cx="818319" cy="818319"/>
            <a:chOff x="6096000" y="1181100"/>
            <a:chExt cx="818319" cy="818319"/>
          </a:xfrm>
        </p:grpSpPr>
        <p:sp>
          <p:nvSpPr>
            <p:cNvPr id="10" name="Oval 5">
              <a:extLst>
                <a:ext uri="{FF2B5EF4-FFF2-40B4-BE49-F238E27FC236}">
                  <a16:creationId xmlns:a16="http://schemas.microsoft.com/office/drawing/2014/main" id="{8C4C88F3-BBAB-750F-8147-9365BC1F33FD}"/>
                </a:ext>
              </a:extLst>
            </p:cNvPr>
            <p:cNvSpPr/>
            <p:nvPr/>
          </p:nvSpPr>
          <p:spPr>
            <a:xfrm>
              <a:off x="6096000" y="1181100"/>
              <a:ext cx="818319" cy="818319"/>
            </a:xfrm>
            <a:prstGeom prst="ellipse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91440" rtlCol="0" anchor="ctr"/>
            <a:lstStyle/>
            <a:p>
              <a:pPr algn="ctr"/>
              <a:endParaRPr lang="en-US" sz="4400"/>
            </a:p>
          </p:txBody>
        </p:sp>
        <p:sp>
          <p:nvSpPr>
            <p:cNvPr id="12" name="Shape 3612">
              <a:extLst>
                <a:ext uri="{FF2B5EF4-FFF2-40B4-BE49-F238E27FC236}">
                  <a16:creationId xmlns:a16="http://schemas.microsoft.com/office/drawing/2014/main" id="{4FE11F28-3F3A-C035-A89E-B8A92C516EBE}"/>
                </a:ext>
              </a:extLst>
            </p:cNvPr>
            <p:cNvSpPr/>
            <p:nvPr/>
          </p:nvSpPr>
          <p:spPr>
            <a:xfrm>
              <a:off x="6364869" y="1494607"/>
              <a:ext cx="280580" cy="1913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720"/>
                  </a:moveTo>
                  <a:cubicBezTo>
                    <a:pt x="21600" y="323"/>
                    <a:pt x="21380" y="0"/>
                    <a:pt x="21109" y="0"/>
                  </a:cubicBezTo>
                  <a:cubicBezTo>
                    <a:pt x="20969" y="0"/>
                    <a:pt x="20845" y="88"/>
                    <a:pt x="20755" y="226"/>
                  </a:cubicBezTo>
                  <a:lnTo>
                    <a:pt x="20754" y="223"/>
                  </a:lnTo>
                  <a:lnTo>
                    <a:pt x="7848" y="19853"/>
                  </a:lnTo>
                  <a:lnTo>
                    <a:pt x="838" y="9571"/>
                  </a:lnTo>
                  <a:cubicBezTo>
                    <a:pt x="749" y="9441"/>
                    <a:pt x="626" y="9360"/>
                    <a:pt x="491" y="9360"/>
                  </a:cubicBezTo>
                  <a:cubicBezTo>
                    <a:pt x="220" y="9360"/>
                    <a:pt x="0" y="9683"/>
                    <a:pt x="0" y="10080"/>
                  </a:cubicBezTo>
                  <a:cubicBezTo>
                    <a:pt x="0" y="10279"/>
                    <a:pt x="55" y="10459"/>
                    <a:pt x="144" y="10589"/>
                  </a:cubicBezTo>
                  <a:lnTo>
                    <a:pt x="7507" y="21390"/>
                  </a:lnTo>
                  <a:cubicBezTo>
                    <a:pt x="7596" y="21520"/>
                    <a:pt x="7719" y="21600"/>
                    <a:pt x="7855" y="21600"/>
                  </a:cubicBezTo>
                  <a:cubicBezTo>
                    <a:pt x="7995" y="21600"/>
                    <a:pt x="8119" y="21513"/>
                    <a:pt x="8208" y="21376"/>
                  </a:cubicBezTo>
                  <a:lnTo>
                    <a:pt x="8210" y="21377"/>
                  </a:lnTo>
                  <a:lnTo>
                    <a:pt x="21465" y="1217"/>
                  </a:lnTo>
                  <a:lnTo>
                    <a:pt x="21462" y="1215"/>
                  </a:lnTo>
                  <a:cubicBezTo>
                    <a:pt x="21547" y="1087"/>
                    <a:pt x="21600" y="913"/>
                    <a:pt x="21600" y="720"/>
                  </a:cubicBezTo>
                </a:path>
              </a:pathLst>
            </a:custGeom>
            <a:solidFill>
              <a:schemeClr val="tx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endParaRPr>
                <a:solidFill>
                  <a:prstClr val="black"/>
                </a:solidFill>
              </a:endParaRPr>
            </a:p>
          </p:txBody>
        </p:sp>
      </p:grpSp>
      <p:grpSp>
        <p:nvGrpSpPr>
          <p:cNvPr id="13" name="Group 7">
            <a:extLst>
              <a:ext uri="{FF2B5EF4-FFF2-40B4-BE49-F238E27FC236}">
                <a16:creationId xmlns:a16="http://schemas.microsoft.com/office/drawing/2014/main" id="{A95778B1-0A55-5FA0-C889-B8EEA109E39E}"/>
              </a:ext>
            </a:extLst>
          </p:cNvPr>
          <p:cNvGrpSpPr/>
          <p:nvPr userDrawn="1"/>
        </p:nvGrpSpPr>
        <p:grpSpPr>
          <a:xfrm>
            <a:off x="5346262" y="2120366"/>
            <a:ext cx="818319" cy="818319"/>
            <a:chOff x="6096000" y="2449770"/>
            <a:chExt cx="818319" cy="818319"/>
          </a:xfrm>
        </p:grpSpPr>
        <p:sp>
          <p:nvSpPr>
            <p:cNvPr id="14" name="Oval 8">
              <a:extLst>
                <a:ext uri="{FF2B5EF4-FFF2-40B4-BE49-F238E27FC236}">
                  <a16:creationId xmlns:a16="http://schemas.microsoft.com/office/drawing/2014/main" id="{F609120F-BBC6-2AB3-43B6-632C135FE6E4}"/>
                </a:ext>
              </a:extLst>
            </p:cNvPr>
            <p:cNvSpPr/>
            <p:nvPr/>
          </p:nvSpPr>
          <p:spPr>
            <a:xfrm>
              <a:off x="6096000" y="2449770"/>
              <a:ext cx="818319" cy="818319"/>
            </a:xfrm>
            <a:prstGeom prst="ellipse">
              <a:avLst/>
            </a:prstGeom>
            <a:solidFill>
              <a:schemeClr val="accent1"/>
            </a:solidFill>
            <a:ln w="6350">
              <a:noFill/>
            </a:ln>
            <a:effectLst>
              <a:outerShdw blurRad="508000" dist="254000" dir="5400000" algn="t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91440" rtlCol="0" anchor="ctr"/>
            <a:lstStyle/>
            <a:p>
              <a:pPr algn="ctr"/>
              <a:endParaRPr lang="en-US" sz="4400"/>
            </a:p>
          </p:txBody>
        </p:sp>
        <p:sp>
          <p:nvSpPr>
            <p:cNvPr id="15" name="Shape 3612">
              <a:extLst>
                <a:ext uri="{FF2B5EF4-FFF2-40B4-BE49-F238E27FC236}">
                  <a16:creationId xmlns:a16="http://schemas.microsoft.com/office/drawing/2014/main" id="{FC54AC74-5375-4E9B-B5B0-34A2119DD7CE}"/>
                </a:ext>
              </a:extLst>
            </p:cNvPr>
            <p:cNvSpPr/>
            <p:nvPr/>
          </p:nvSpPr>
          <p:spPr>
            <a:xfrm>
              <a:off x="6364869" y="2763277"/>
              <a:ext cx="280580" cy="1913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720"/>
                  </a:moveTo>
                  <a:cubicBezTo>
                    <a:pt x="21600" y="323"/>
                    <a:pt x="21380" y="0"/>
                    <a:pt x="21109" y="0"/>
                  </a:cubicBezTo>
                  <a:cubicBezTo>
                    <a:pt x="20969" y="0"/>
                    <a:pt x="20845" y="88"/>
                    <a:pt x="20755" y="226"/>
                  </a:cubicBezTo>
                  <a:lnTo>
                    <a:pt x="20754" y="223"/>
                  </a:lnTo>
                  <a:lnTo>
                    <a:pt x="7848" y="19853"/>
                  </a:lnTo>
                  <a:lnTo>
                    <a:pt x="838" y="9571"/>
                  </a:lnTo>
                  <a:cubicBezTo>
                    <a:pt x="749" y="9441"/>
                    <a:pt x="626" y="9360"/>
                    <a:pt x="491" y="9360"/>
                  </a:cubicBezTo>
                  <a:cubicBezTo>
                    <a:pt x="220" y="9360"/>
                    <a:pt x="0" y="9683"/>
                    <a:pt x="0" y="10080"/>
                  </a:cubicBezTo>
                  <a:cubicBezTo>
                    <a:pt x="0" y="10279"/>
                    <a:pt x="55" y="10459"/>
                    <a:pt x="144" y="10589"/>
                  </a:cubicBezTo>
                  <a:lnTo>
                    <a:pt x="7507" y="21390"/>
                  </a:lnTo>
                  <a:cubicBezTo>
                    <a:pt x="7596" y="21520"/>
                    <a:pt x="7719" y="21600"/>
                    <a:pt x="7855" y="21600"/>
                  </a:cubicBezTo>
                  <a:cubicBezTo>
                    <a:pt x="7995" y="21600"/>
                    <a:pt x="8119" y="21513"/>
                    <a:pt x="8208" y="21376"/>
                  </a:cubicBezTo>
                  <a:lnTo>
                    <a:pt x="8210" y="21377"/>
                  </a:lnTo>
                  <a:lnTo>
                    <a:pt x="21465" y="1217"/>
                  </a:lnTo>
                  <a:lnTo>
                    <a:pt x="21462" y="1215"/>
                  </a:lnTo>
                  <a:cubicBezTo>
                    <a:pt x="21547" y="1087"/>
                    <a:pt x="21600" y="913"/>
                    <a:pt x="21600" y="720"/>
                  </a:cubicBezTo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endParaRPr>
                <a:solidFill>
                  <a:prstClr val="black"/>
                </a:solidFill>
              </a:endParaRPr>
            </a:p>
          </p:txBody>
        </p:sp>
      </p:grpSp>
      <p:grpSp>
        <p:nvGrpSpPr>
          <p:cNvPr id="16" name="Group 10">
            <a:extLst>
              <a:ext uri="{FF2B5EF4-FFF2-40B4-BE49-F238E27FC236}">
                <a16:creationId xmlns:a16="http://schemas.microsoft.com/office/drawing/2014/main" id="{506336BD-8A28-1D2C-7DCA-2B446F3C8C04}"/>
              </a:ext>
            </a:extLst>
          </p:cNvPr>
          <p:cNvGrpSpPr/>
          <p:nvPr userDrawn="1"/>
        </p:nvGrpSpPr>
        <p:grpSpPr>
          <a:xfrm>
            <a:off x="5346262" y="3449647"/>
            <a:ext cx="818319" cy="818319"/>
            <a:chOff x="6096000" y="3718440"/>
            <a:chExt cx="818319" cy="818319"/>
          </a:xfrm>
        </p:grpSpPr>
        <p:sp>
          <p:nvSpPr>
            <p:cNvPr id="17" name="Oval 11">
              <a:extLst>
                <a:ext uri="{FF2B5EF4-FFF2-40B4-BE49-F238E27FC236}">
                  <a16:creationId xmlns:a16="http://schemas.microsoft.com/office/drawing/2014/main" id="{16D3BAE6-71AC-0AFC-3664-BB059BC143C1}"/>
                </a:ext>
              </a:extLst>
            </p:cNvPr>
            <p:cNvSpPr/>
            <p:nvPr/>
          </p:nvSpPr>
          <p:spPr>
            <a:xfrm>
              <a:off x="6096000" y="3718440"/>
              <a:ext cx="818319" cy="818319"/>
            </a:xfrm>
            <a:prstGeom prst="ellipse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91440" rtlCol="0" anchor="ctr"/>
            <a:lstStyle/>
            <a:p>
              <a:pPr algn="ctr"/>
              <a:endParaRPr lang="en-US" sz="4400"/>
            </a:p>
          </p:txBody>
        </p:sp>
        <p:sp>
          <p:nvSpPr>
            <p:cNvPr id="18" name="Shape 3612">
              <a:extLst>
                <a:ext uri="{FF2B5EF4-FFF2-40B4-BE49-F238E27FC236}">
                  <a16:creationId xmlns:a16="http://schemas.microsoft.com/office/drawing/2014/main" id="{831E34C4-52D3-5BEF-207A-E99BB99E40D9}"/>
                </a:ext>
              </a:extLst>
            </p:cNvPr>
            <p:cNvSpPr/>
            <p:nvPr/>
          </p:nvSpPr>
          <p:spPr>
            <a:xfrm>
              <a:off x="6364869" y="4031947"/>
              <a:ext cx="280580" cy="1913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720"/>
                  </a:moveTo>
                  <a:cubicBezTo>
                    <a:pt x="21600" y="323"/>
                    <a:pt x="21380" y="0"/>
                    <a:pt x="21109" y="0"/>
                  </a:cubicBezTo>
                  <a:cubicBezTo>
                    <a:pt x="20969" y="0"/>
                    <a:pt x="20845" y="88"/>
                    <a:pt x="20755" y="226"/>
                  </a:cubicBezTo>
                  <a:lnTo>
                    <a:pt x="20754" y="223"/>
                  </a:lnTo>
                  <a:lnTo>
                    <a:pt x="7848" y="19853"/>
                  </a:lnTo>
                  <a:lnTo>
                    <a:pt x="838" y="9571"/>
                  </a:lnTo>
                  <a:cubicBezTo>
                    <a:pt x="749" y="9441"/>
                    <a:pt x="626" y="9360"/>
                    <a:pt x="491" y="9360"/>
                  </a:cubicBezTo>
                  <a:cubicBezTo>
                    <a:pt x="220" y="9360"/>
                    <a:pt x="0" y="9683"/>
                    <a:pt x="0" y="10080"/>
                  </a:cubicBezTo>
                  <a:cubicBezTo>
                    <a:pt x="0" y="10279"/>
                    <a:pt x="55" y="10459"/>
                    <a:pt x="144" y="10589"/>
                  </a:cubicBezTo>
                  <a:lnTo>
                    <a:pt x="7507" y="21390"/>
                  </a:lnTo>
                  <a:cubicBezTo>
                    <a:pt x="7596" y="21520"/>
                    <a:pt x="7719" y="21600"/>
                    <a:pt x="7855" y="21600"/>
                  </a:cubicBezTo>
                  <a:cubicBezTo>
                    <a:pt x="7995" y="21600"/>
                    <a:pt x="8119" y="21513"/>
                    <a:pt x="8208" y="21376"/>
                  </a:cubicBezTo>
                  <a:lnTo>
                    <a:pt x="8210" y="21377"/>
                  </a:lnTo>
                  <a:lnTo>
                    <a:pt x="21465" y="1217"/>
                  </a:lnTo>
                  <a:lnTo>
                    <a:pt x="21462" y="1215"/>
                  </a:lnTo>
                  <a:cubicBezTo>
                    <a:pt x="21547" y="1087"/>
                    <a:pt x="21600" y="913"/>
                    <a:pt x="21600" y="720"/>
                  </a:cubicBezTo>
                </a:path>
              </a:pathLst>
            </a:custGeom>
            <a:solidFill>
              <a:schemeClr val="tx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endParaRPr>
                <a:solidFill>
                  <a:prstClr val="black"/>
                </a:solidFill>
              </a:endParaRPr>
            </a:p>
          </p:txBody>
        </p:sp>
      </p:grpSp>
      <p:grpSp>
        <p:nvGrpSpPr>
          <p:cNvPr id="19" name="Group 13">
            <a:extLst>
              <a:ext uri="{FF2B5EF4-FFF2-40B4-BE49-F238E27FC236}">
                <a16:creationId xmlns:a16="http://schemas.microsoft.com/office/drawing/2014/main" id="{C2D3BF91-BCB3-4BB6-748B-D660B5CD48B5}"/>
              </a:ext>
            </a:extLst>
          </p:cNvPr>
          <p:cNvGrpSpPr/>
          <p:nvPr userDrawn="1"/>
        </p:nvGrpSpPr>
        <p:grpSpPr>
          <a:xfrm>
            <a:off x="5346262" y="4792496"/>
            <a:ext cx="818319" cy="818319"/>
            <a:chOff x="6096000" y="4987110"/>
            <a:chExt cx="818319" cy="818319"/>
          </a:xfrm>
        </p:grpSpPr>
        <p:sp>
          <p:nvSpPr>
            <p:cNvPr id="20" name="Oval 14">
              <a:extLst>
                <a:ext uri="{FF2B5EF4-FFF2-40B4-BE49-F238E27FC236}">
                  <a16:creationId xmlns:a16="http://schemas.microsoft.com/office/drawing/2014/main" id="{75DEAFDF-6C32-D481-0BC5-8EB3EB490BAE}"/>
                </a:ext>
              </a:extLst>
            </p:cNvPr>
            <p:cNvSpPr/>
            <p:nvPr/>
          </p:nvSpPr>
          <p:spPr>
            <a:xfrm>
              <a:off x="6096000" y="4987110"/>
              <a:ext cx="818319" cy="818319"/>
            </a:xfrm>
            <a:prstGeom prst="ellipse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91440" rtlCol="0" anchor="ctr"/>
            <a:lstStyle/>
            <a:p>
              <a:pPr algn="ctr"/>
              <a:endParaRPr lang="en-US" sz="4400"/>
            </a:p>
          </p:txBody>
        </p:sp>
        <p:sp>
          <p:nvSpPr>
            <p:cNvPr id="21" name="Shape 3612">
              <a:extLst>
                <a:ext uri="{FF2B5EF4-FFF2-40B4-BE49-F238E27FC236}">
                  <a16:creationId xmlns:a16="http://schemas.microsoft.com/office/drawing/2014/main" id="{A60D663A-BA48-877E-42BA-A788E7F1FFFC}"/>
                </a:ext>
              </a:extLst>
            </p:cNvPr>
            <p:cNvSpPr/>
            <p:nvPr/>
          </p:nvSpPr>
          <p:spPr>
            <a:xfrm>
              <a:off x="6364869" y="5300617"/>
              <a:ext cx="280580" cy="1913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720"/>
                  </a:moveTo>
                  <a:cubicBezTo>
                    <a:pt x="21600" y="323"/>
                    <a:pt x="21380" y="0"/>
                    <a:pt x="21109" y="0"/>
                  </a:cubicBezTo>
                  <a:cubicBezTo>
                    <a:pt x="20969" y="0"/>
                    <a:pt x="20845" y="88"/>
                    <a:pt x="20755" y="226"/>
                  </a:cubicBezTo>
                  <a:lnTo>
                    <a:pt x="20754" y="223"/>
                  </a:lnTo>
                  <a:lnTo>
                    <a:pt x="7848" y="19853"/>
                  </a:lnTo>
                  <a:lnTo>
                    <a:pt x="838" y="9571"/>
                  </a:lnTo>
                  <a:cubicBezTo>
                    <a:pt x="749" y="9441"/>
                    <a:pt x="626" y="9360"/>
                    <a:pt x="491" y="9360"/>
                  </a:cubicBezTo>
                  <a:cubicBezTo>
                    <a:pt x="220" y="9360"/>
                    <a:pt x="0" y="9683"/>
                    <a:pt x="0" y="10080"/>
                  </a:cubicBezTo>
                  <a:cubicBezTo>
                    <a:pt x="0" y="10279"/>
                    <a:pt x="55" y="10459"/>
                    <a:pt x="144" y="10589"/>
                  </a:cubicBezTo>
                  <a:lnTo>
                    <a:pt x="7507" y="21390"/>
                  </a:lnTo>
                  <a:cubicBezTo>
                    <a:pt x="7596" y="21520"/>
                    <a:pt x="7719" y="21600"/>
                    <a:pt x="7855" y="21600"/>
                  </a:cubicBezTo>
                  <a:cubicBezTo>
                    <a:pt x="7995" y="21600"/>
                    <a:pt x="8119" y="21513"/>
                    <a:pt x="8208" y="21376"/>
                  </a:cubicBezTo>
                  <a:lnTo>
                    <a:pt x="8210" y="21377"/>
                  </a:lnTo>
                  <a:lnTo>
                    <a:pt x="21465" y="1217"/>
                  </a:lnTo>
                  <a:lnTo>
                    <a:pt x="21462" y="1215"/>
                  </a:lnTo>
                  <a:cubicBezTo>
                    <a:pt x="21547" y="1087"/>
                    <a:pt x="21600" y="913"/>
                    <a:pt x="21600" y="720"/>
                  </a:cubicBezTo>
                </a:path>
              </a:pathLst>
            </a:custGeom>
            <a:solidFill>
              <a:schemeClr val="tx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endParaRPr>
                <a:solidFill>
                  <a:prstClr val="black"/>
                </a:solidFill>
              </a:endParaRPr>
            </a:p>
          </p:txBody>
        </p:sp>
      </p:grpSp>
      <p:sp>
        <p:nvSpPr>
          <p:cNvPr id="22" name="TextBox 16">
            <a:extLst>
              <a:ext uri="{FF2B5EF4-FFF2-40B4-BE49-F238E27FC236}">
                <a16:creationId xmlns:a16="http://schemas.microsoft.com/office/drawing/2014/main" id="{D901EC96-45EB-72FD-D67D-F3B8B00574F4}"/>
              </a:ext>
            </a:extLst>
          </p:cNvPr>
          <p:cNvSpPr txBox="1"/>
          <p:nvPr userDrawn="1"/>
        </p:nvSpPr>
        <p:spPr>
          <a:xfrm>
            <a:off x="6433449" y="820290"/>
            <a:ext cx="3652189" cy="1118310"/>
          </a:xfrm>
          <a:prstGeom prst="rect">
            <a:avLst/>
          </a:prstGeom>
          <a:noFill/>
        </p:spPr>
        <p:txBody>
          <a:bodyPr wrap="square" lIns="0" tIns="36000" rIns="0" bIns="36000" rtlCol="0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400" b="1"/>
              <a:t>Number 1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 b="1"/>
              <a:t>A peep at some distant orb has power to raise and purify </a:t>
            </a:r>
            <a:r>
              <a:rPr lang="en-US" sz="1100"/>
              <a:t>our thoughts like a strain of sacred music, or a noble picture.</a:t>
            </a:r>
          </a:p>
        </p:txBody>
      </p:sp>
      <p:sp>
        <p:nvSpPr>
          <p:cNvPr id="23" name="TextBox 17">
            <a:extLst>
              <a:ext uri="{FF2B5EF4-FFF2-40B4-BE49-F238E27FC236}">
                <a16:creationId xmlns:a16="http://schemas.microsoft.com/office/drawing/2014/main" id="{29D5AF7B-FE22-5D24-B086-5442907863A9}"/>
              </a:ext>
            </a:extLst>
          </p:cNvPr>
          <p:cNvSpPr txBox="1"/>
          <p:nvPr userDrawn="1"/>
        </p:nvSpPr>
        <p:spPr>
          <a:xfrm>
            <a:off x="6433449" y="2088960"/>
            <a:ext cx="3652189" cy="1118310"/>
          </a:xfrm>
          <a:prstGeom prst="rect">
            <a:avLst/>
          </a:prstGeom>
          <a:noFill/>
        </p:spPr>
        <p:txBody>
          <a:bodyPr wrap="square" lIns="0" tIns="36000" rIns="0" bIns="36000" rtlCol="0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400" b="1">
                <a:solidFill>
                  <a:schemeClr val="accent1"/>
                </a:solidFill>
              </a:rPr>
              <a:t>Number 2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 b="1"/>
              <a:t>A peep at some distant orb has power to raise and purify </a:t>
            </a:r>
            <a:r>
              <a:rPr lang="en-US" sz="1100"/>
              <a:t>our thoughts like a strain of sacred music, or a noble picture.</a:t>
            </a:r>
          </a:p>
        </p:txBody>
      </p:sp>
      <p:sp>
        <p:nvSpPr>
          <p:cNvPr id="24" name="TextBox 18">
            <a:extLst>
              <a:ext uri="{FF2B5EF4-FFF2-40B4-BE49-F238E27FC236}">
                <a16:creationId xmlns:a16="http://schemas.microsoft.com/office/drawing/2014/main" id="{5CB3128B-2BD1-B0D7-EEBF-B4B493722FBA}"/>
              </a:ext>
            </a:extLst>
          </p:cNvPr>
          <p:cNvSpPr txBox="1"/>
          <p:nvPr userDrawn="1"/>
        </p:nvSpPr>
        <p:spPr>
          <a:xfrm>
            <a:off x="6433449" y="3423267"/>
            <a:ext cx="3652189" cy="1118310"/>
          </a:xfrm>
          <a:prstGeom prst="rect">
            <a:avLst/>
          </a:prstGeom>
          <a:noFill/>
        </p:spPr>
        <p:txBody>
          <a:bodyPr wrap="square" lIns="0" tIns="36000" rIns="0" bIns="36000" rtlCol="0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400" b="1"/>
              <a:t>Number 3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 b="1"/>
              <a:t>A peep at some distant orb has power to raise and purify </a:t>
            </a:r>
            <a:r>
              <a:rPr lang="en-US" sz="1100"/>
              <a:t>our thoughts like a strain of sacred music, or a noble picture.</a:t>
            </a:r>
          </a:p>
        </p:txBody>
      </p:sp>
      <p:sp>
        <p:nvSpPr>
          <p:cNvPr id="25" name="TextBox 19">
            <a:extLst>
              <a:ext uri="{FF2B5EF4-FFF2-40B4-BE49-F238E27FC236}">
                <a16:creationId xmlns:a16="http://schemas.microsoft.com/office/drawing/2014/main" id="{6E6CCCF4-CB94-C268-FCA5-A4B501DBA41D}"/>
              </a:ext>
            </a:extLst>
          </p:cNvPr>
          <p:cNvSpPr txBox="1"/>
          <p:nvPr userDrawn="1"/>
        </p:nvSpPr>
        <p:spPr>
          <a:xfrm>
            <a:off x="6433449" y="4757574"/>
            <a:ext cx="3652189" cy="1118310"/>
          </a:xfrm>
          <a:prstGeom prst="rect">
            <a:avLst/>
          </a:prstGeom>
          <a:noFill/>
        </p:spPr>
        <p:txBody>
          <a:bodyPr wrap="square" lIns="0" tIns="36000" rIns="0" bIns="36000" rtlCol="0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400" b="1"/>
              <a:t>Number 4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 b="1"/>
              <a:t>A peep at some distant orb has power to raise and purify </a:t>
            </a:r>
            <a:r>
              <a:rPr lang="en-US" sz="1100"/>
              <a:t>our thoughts like a strain of sacred music, or a noble picture.</a:t>
            </a:r>
          </a:p>
        </p:txBody>
      </p:sp>
    </p:spTree>
    <p:extLst>
      <p:ext uri="{BB962C8B-B14F-4D97-AF65-F5344CB8AC3E}">
        <p14:creationId xmlns:p14="http://schemas.microsoft.com/office/powerpoint/2010/main" val="19599194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327E76F-6ABF-BDF0-4947-E3625E533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1499" y="1959558"/>
            <a:ext cx="5295899" cy="43269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959558"/>
            <a:ext cx="5295900" cy="43269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D763D35-50B6-391F-078A-8ED5AE8E1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98816-363A-4CB3-A878-6BEEA635D957}" type="datetime1">
              <a:rPr lang="en-US" smtClean="0"/>
              <a:t>11/7/2025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AAF4F77-4EB3-CDDF-35C3-654E7F1F9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E669C2F-2ABF-ABA2-C2FD-A11DE96FF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37065FDB-29BD-E6A8-C6A2-BE9535375F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6" name="Connettore 1 6">
            <a:extLst>
              <a:ext uri="{FF2B5EF4-FFF2-40B4-BE49-F238E27FC236}">
                <a16:creationId xmlns:a16="http://schemas.microsoft.com/office/drawing/2014/main" id="{BD7D80E5-B1B8-1F00-E12D-EEE68D3F1E4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77823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A44A8D2-C7B5-107C-786E-1B4D14405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9000" cy="10795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500" y="1965652"/>
            <a:ext cx="529589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1499" y="2618072"/>
            <a:ext cx="5295899" cy="36684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3" y="1965651"/>
            <a:ext cx="529589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1" y="2618072"/>
            <a:ext cx="5295899" cy="36684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76A0CE2-B4A1-35AB-6736-B8BC4C07A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16F70-7A52-437F-B0B8-9D00484340FA}" type="datetime1">
              <a:rPr lang="en-US" smtClean="0"/>
              <a:t>11/7/2025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6B03ADB-175C-5216-1A7A-3FB80F189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BE1F56-7EA6-1ABC-FFE2-20B43B3E5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BE4F2767-99EE-110E-2475-A146112A33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F04EB1FF-357A-5981-BF1C-A9028C43D16F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81288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747070-5ABF-4632-3924-364C6CC45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42C1A-D251-4D61-B912-79510D9F5E35}" type="datetime1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D16EED-B9F4-5976-114E-55527B2E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634F71-C814-6978-3FC7-F3E9790BE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6E31C5B-1027-FBC3-DB7D-5C8B9D6490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2207267D-9F0C-2F6B-1E2C-8722D484D4E0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951548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2DA74A-55B2-8F37-5C36-F9F345C01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404BB-A97C-43D8-8B86-21D7743C1F4A}" type="datetime1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FE43DF-1A4A-9FCE-C700-71AA36C12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09BD7A-1C5F-E0AD-5191-0DC40608C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50D4BCC-DA00-8B1A-C976-04DCBD8D0AB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6" name="Connettore 1 6">
            <a:extLst>
              <a:ext uri="{FF2B5EF4-FFF2-40B4-BE49-F238E27FC236}">
                <a16:creationId xmlns:a16="http://schemas.microsoft.com/office/drawing/2014/main" id="{9A9EBC02-544E-95AC-3510-5E40A02B8B79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21817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0"/>
            <a:ext cx="4149692" cy="1055169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1919971"/>
            <a:ext cx="4149692" cy="4366529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392" y="571500"/>
            <a:ext cx="6442108" cy="5715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79AC04-2905-4B18-79E9-157F123BF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4F6B4-A6F9-4233-BB7C-1EC9C5C08D00}" type="datetime1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E85EF2-7999-31F9-134B-5026C9D43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CAC4EB-2646-347C-A1B9-3802365DA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11BCE14-0326-0735-43B0-C36770B3F4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6" name="Connettore 1 6">
            <a:extLst>
              <a:ext uri="{FF2B5EF4-FFF2-40B4-BE49-F238E27FC236}">
                <a16:creationId xmlns:a16="http://schemas.microsoft.com/office/drawing/2014/main" id="{07035B26-CCD2-5958-DB62-7E7461AF204E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60939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0"/>
            <a:ext cx="4149692" cy="1055169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1919971"/>
            <a:ext cx="4149692" cy="4366529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78392" y="571500"/>
            <a:ext cx="6442108" cy="5715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13FA0-F4CE-280E-1BE7-EED86ECA2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FC48C-95CD-4FBA-A3F6-989563B3819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97F2FF-CF23-F76E-B2A0-8F3A36031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B806D1-9C38-984D-4D7C-B51D171AE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7E6E5C8-BB89-6789-63E0-5B4DF60AE19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9" name="Connettore 1 6">
            <a:extLst>
              <a:ext uri="{FF2B5EF4-FFF2-40B4-BE49-F238E27FC236}">
                <a16:creationId xmlns:a16="http://schemas.microsoft.com/office/drawing/2014/main" id="{3ED01694-D6C3-38C0-7498-93052486F532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30010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571500"/>
            <a:ext cx="7366000" cy="2409444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1500" y="3429001"/>
            <a:ext cx="11049000" cy="28575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9AABD8-25DB-04E8-8ED3-7E573136CE2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FA3608E-7027-4380-969D-12C559B60758}" type="datetime1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54A1C2-F2C1-EE8E-D8B8-707B52ECB48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FDE44B-9F94-5A62-7D55-ECC96028DAE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0B7F2AF-BBAE-B86E-BC7D-7AA74D76003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769046C6-BBED-9B7E-4342-2F2CE9C83B08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49287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154597"/>
            <a:ext cx="5078529" cy="254880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8082A1-B54D-5676-24F5-E642831E54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154597"/>
            <a:ext cx="5524500" cy="254880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D69A0-3A6A-EB51-5616-33CCF9527A2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E1D800D-33BA-4335-8B1F-01CE8BE3F7F9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87D541-CE2E-D148-5C6A-4B0BA9F5B0C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08319A-9703-4F54-8072-38D62BC0CA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1D19548-8459-15C9-4A37-8379B31DA5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BC6D2C62-3E0B-F4AC-90E1-116A127321DB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977514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373" y="1444438"/>
            <a:ext cx="8283870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1500" y="3593130"/>
            <a:ext cx="8283743" cy="1842020"/>
          </a:xfrm>
        </p:spPr>
        <p:txBody>
          <a:bodyPr>
            <a:no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868A2-32E0-514C-B427-78B3B58304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FF3D475-9CA8-4A10-B5B2-99BA2ED21BD4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BA7026-B49B-D2DB-D0C3-2400DA464D9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3E4CA99-94F5-6B78-C050-BAD74C423F0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78633E91-48FE-1A68-2028-FB4F8C3C18B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6C2DEF5F-72FD-E327-4C6B-02F04699447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884266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4653547"/>
            <a:ext cx="5295900" cy="1632954"/>
          </a:xfrm>
        </p:spPr>
        <p:txBody>
          <a:bodyPr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A91E99E-6B8D-7D90-0BEE-C39226FFCCC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436024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59C69D-3646-6F3B-AE3B-8FF35016CA1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24600" y="4653546"/>
            <a:ext cx="5295900" cy="1632955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 marL="228600" indent="0">
              <a:buNone/>
              <a:defRPr sz="1200"/>
            </a:lvl2pPr>
            <a:lvl3pPr marL="457200" indent="0">
              <a:buNone/>
              <a:defRPr sz="1200"/>
            </a:lvl3pPr>
            <a:lvl4pPr marL="685800" indent="0">
              <a:buNone/>
              <a:defRPr sz="12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BAE925-435B-651F-60E1-047044DDCE3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EEE6ABDF-8A36-41F6-866E-5D745D0B9F7E}" type="datetime1">
              <a:rPr lang="en-US" smtClean="0"/>
              <a:t>11/7/2025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90431C8-8815-575C-A788-370FB04BB7B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12A26-017B-14F7-C69A-3D60B49CE41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115364B-258B-01A4-AD65-C55CFE0CCB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81476A1A-8FBA-D48E-42B8-CDB5F25FAC0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517792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55688" y="549275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C9658949-AB2A-2B34-3034-E1EC579252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9793EDD0-6352-4D90-865D-B46B8FCD5F16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10573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P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ADEC231F-5FBD-02BD-F93F-29DFC38D5D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4F20D1EA-9F6D-D280-B248-41D0253EC451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in P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0C24E82-FF28-CF70-D503-5E53521D6592}"/>
              </a:ext>
            </a:extLst>
          </p:cNvPr>
          <p:cNvSpPr txBox="1"/>
          <p:nvPr userDrawn="1"/>
        </p:nvSpPr>
        <p:spPr>
          <a:xfrm>
            <a:off x="914400" y="6483096"/>
            <a:ext cx="0" cy="0"/>
          </a:xfrm>
          <a:prstGeom prst="rect">
            <a:avLst/>
          </a:prstGeom>
          <a:effectLst/>
        </p:spPr>
        <p:txBody>
          <a:bodyPr vert="horz" wrap="none" lIns="0" tIns="192024" rIns="0" bIns="0" rtlCol="0" anchor="t" anchorCtr="0">
            <a:noAutofit/>
          </a:bodyPr>
          <a:lstStyle/>
          <a:p>
            <a:pPr algn="l"/>
            <a:endParaRPr lang="it-IT" sz="4400">
              <a:latin typeface="Mathilde" panose="03050500000000020004" pitchFamily="66" charset="0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F7AE897-E67D-0ACB-9598-13F06FACB4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47D72D57-1A5C-300C-904C-CAA85715933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99887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P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5">
            <a:extLst>
              <a:ext uri="{FF2B5EF4-FFF2-40B4-BE49-F238E27FC236}">
                <a16:creationId xmlns:a16="http://schemas.microsoft.com/office/drawing/2014/main" id="{ADC969DC-FE27-C8B3-D5A5-DA76711AE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1" y="946702"/>
            <a:ext cx="5076876" cy="1080296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451842BB-23FC-737B-52B1-4A60E1DE0F1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EBC39A24-23BC-A816-893B-3C5C20276931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503736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P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0F553B99-2AC9-DC02-9B6F-694B5D2926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24602" y="1533524"/>
            <a:ext cx="3881436" cy="379093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5CF56E7F-F9F4-C44C-C849-9831BB10950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47DEABE2-2E97-6F79-A245-20EF211D540B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23471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CFA20C2D-AD9D-4149-BEF0-3905782D8B4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2493"/>
            <a:ext cx="12192000" cy="6870493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32875F7-3BC5-8D36-A928-FCBB1754F1A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BA5869C2-93EA-9BD4-81FE-72612EF09F07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5080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CFA20C2D-AD9D-4149-BEF0-3905782D8B4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2493"/>
            <a:ext cx="12192000" cy="6870493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5E6CFFAD-36F3-0839-3C69-561624EF68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397309"/>
            <a:ext cx="9152697" cy="3025444"/>
          </a:xfrm>
          <a:prstGeom prst="rect">
            <a:avLst/>
          </a:prstGeom>
          <a:effectLst/>
        </p:spPr>
        <p:txBody>
          <a:bodyPr vert="horz" lIns="0" tIns="192024" rIns="0" bIns="0" rtlCol="0" anchor="t" anchorCtr="0">
            <a:spAutoFit/>
          </a:bodyPr>
          <a:lstStyle>
            <a:lvl1pPr>
              <a:defRPr sz="11500">
                <a:solidFill>
                  <a:schemeClr val="bg1"/>
                </a:solidFill>
              </a:defRPr>
            </a:lvl1pPr>
          </a:lstStyle>
          <a:p>
            <a:r>
              <a:rPr lang="en-US"/>
              <a:t>Title on Image</a:t>
            </a:r>
          </a:p>
        </p:txBody>
      </p:sp>
      <p:sp>
        <p:nvSpPr>
          <p:cNvPr id="4" name="Slide Number Placeholder 24">
            <a:extLst>
              <a:ext uri="{FF2B5EF4-FFF2-40B4-BE49-F238E27FC236}">
                <a16:creationId xmlns:a16="http://schemas.microsoft.com/office/drawing/2014/main" id="{3ACD7123-65A2-404C-8795-76B54A2897AB}"/>
              </a:ext>
            </a:extLst>
          </p:cNvPr>
          <p:cNvSpPr txBox="1">
            <a:spLocks/>
          </p:cNvSpPr>
          <p:nvPr userDrawn="1"/>
        </p:nvSpPr>
        <p:spPr>
          <a:xfrm>
            <a:off x="11062284" y="6386167"/>
            <a:ext cx="10038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33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165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30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95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660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25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990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155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320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36C48702-E445-134E-B960-6F692773524F}" type="slidenum">
              <a:rPr lang="en-US" sz="1000" b="1" i="0" smtClean="0">
                <a:solidFill>
                  <a:schemeClr val="bg1"/>
                </a:solidFill>
                <a:latin typeface="Open Sans SemiBold" charset="0"/>
                <a:ea typeface="Open Sans SemiBold" charset="0"/>
                <a:cs typeface="Open Sans SemiBold" charset="0"/>
              </a:rPr>
              <a:pPr algn="ctr"/>
              <a:t>‹N›</a:t>
            </a:fld>
            <a:endParaRPr lang="en-US" sz="800" b="1" i="0">
              <a:solidFill>
                <a:schemeClr val="bg1"/>
              </a:solidFill>
              <a:latin typeface="Open Sans SemiBold" charset="0"/>
              <a:ea typeface="Open Sans SemiBold" charset="0"/>
              <a:cs typeface="Open Sans SemiBold" charset="0"/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23D3181-F960-245C-2F58-30371414BCB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E480A173-3F49-68D3-1FB2-9579FB74FBE6}"/>
              </a:ext>
            </a:extLst>
          </p:cNvPr>
          <p:cNvCxnSpPr/>
          <p:nvPr userDrawn="1"/>
        </p:nvCxnSpPr>
        <p:spPr>
          <a:xfrm>
            <a:off x="146100" y="6376228"/>
            <a:ext cx="11522439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magine 4">
            <a:extLst>
              <a:ext uri="{FF2B5EF4-FFF2-40B4-BE49-F238E27FC236}">
                <a16:creationId xmlns:a16="http://schemas.microsoft.com/office/drawing/2014/main" id="{F69605C5-0B00-8D50-7C31-BD872515E78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FEC81BE7-DD1B-59AF-78BE-C416459DCEB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561795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elcome Mess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CFA20C2D-AD9D-4149-BEF0-3905782D8B4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2493"/>
            <a:ext cx="12192000" cy="6870493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F246201C-0AB2-4864-9B5B-356A50CB1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09138" y="1049628"/>
            <a:ext cx="3870101" cy="475230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70D0D4DA-AE70-4CF8-80F2-1FEB970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75" y="946702"/>
            <a:ext cx="5756529" cy="1178784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CB2ACFD-6F19-8145-920B-DB8A9DF909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41CE783C-4F59-95DC-70A3-880C3711A65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538414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elcome Mess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12498C75-C0F3-900B-8928-C2885AB05A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9175" y="1125538"/>
            <a:ext cx="5076825" cy="494041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92D99D1C-92B6-85EF-462D-DE781454D3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04077AB8-C3B7-DED4-EF67-902FEDA9D901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53290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51BF190C-8167-8441-41CB-CE9BD65FEEF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91324" y="2725419"/>
            <a:ext cx="4019549" cy="354838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E30489B-F53A-15C7-5553-763A4431A6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4E854E6C-155D-DB91-98A5-2478E645EE7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056007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Mess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9407A4DB-9FA4-8F2C-D340-59AE231D9E0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01932" y="2331747"/>
            <a:ext cx="5370893" cy="3322749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DB02C391-1D7A-07E3-94C4-8AB536B1E6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6486C5FB-6295-9236-D2D9-FF6C3A16145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93058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ent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2DD5F6B2-D6AD-5E5A-B91D-59EEC8F51C0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9174" y="1847125"/>
            <a:ext cx="4413885" cy="294534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F8C398F8-69F9-9935-1088-D0E140653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EE0ED5DE-4E34-0A09-A00C-85BB11C64CD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2469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O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67C12D2-F0A3-F2E5-F7B8-89AD9A3C926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EFF422F3-9D36-BC1C-A1CF-F67E6FCA031F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394159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98C06E91-68B5-C33A-F5AC-DE80D7424F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00060" y="0"/>
            <a:ext cx="4091940" cy="685800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5829681" cy="1178784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A64F0ED8-4CB7-AF84-69E6-5309B59498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7DB115C3-2240-3F89-E3D7-EA9319D65292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038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age for the C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96E227BF-C543-FA10-03B8-C62FC332B1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10100" cy="685800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ABEAA62-95FE-A724-E2BE-3C78CB684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4327" y="937558"/>
            <a:ext cx="5866257" cy="1178784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07E4151-643D-4168-35FC-AC21D6452E9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5" name="Connettore 1 6">
            <a:extLst>
              <a:ext uri="{FF2B5EF4-FFF2-40B4-BE49-F238E27FC236}">
                <a16:creationId xmlns:a16="http://schemas.microsoft.com/office/drawing/2014/main" id="{D4593986-B719-A313-9012-C5929D43F2D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134548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O Mess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11874B-C9A9-4AF7-B7F2-66B55CE703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225222" y="1305753"/>
            <a:ext cx="1741555" cy="1741555"/>
          </a:xfrm>
          <a:custGeom>
            <a:avLst/>
            <a:gdLst>
              <a:gd name="connsiteX0" fmla="*/ 682375 w 1364750"/>
              <a:gd name="connsiteY0" fmla="*/ 0 h 1364750"/>
              <a:gd name="connsiteX1" fmla="*/ 1364750 w 1364750"/>
              <a:gd name="connsiteY1" fmla="*/ 682375 h 1364750"/>
              <a:gd name="connsiteX2" fmla="*/ 682375 w 1364750"/>
              <a:gd name="connsiteY2" fmla="*/ 1364750 h 1364750"/>
              <a:gd name="connsiteX3" fmla="*/ 0 w 1364750"/>
              <a:gd name="connsiteY3" fmla="*/ 682375 h 1364750"/>
              <a:gd name="connsiteX4" fmla="*/ 682375 w 1364750"/>
              <a:gd name="connsiteY4" fmla="*/ 0 h 1364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64750" h="1364750">
                <a:moveTo>
                  <a:pt x="682375" y="0"/>
                </a:moveTo>
                <a:cubicBezTo>
                  <a:pt x="1059240" y="0"/>
                  <a:pt x="1364750" y="305510"/>
                  <a:pt x="1364750" y="682375"/>
                </a:cubicBezTo>
                <a:cubicBezTo>
                  <a:pt x="1364750" y="1059240"/>
                  <a:pt x="1059240" y="1364750"/>
                  <a:pt x="682375" y="1364750"/>
                </a:cubicBezTo>
                <a:cubicBezTo>
                  <a:pt x="305510" y="1364750"/>
                  <a:pt x="0" y="1059240"/>
                  <a:pt x="0" y="682375"/>
                </a:cubicBezTo>
                <a:cubicBezTo>
                  <a:pt x="0" y="305510"/>
                  <a:pt x="305510" y="0"/>
                  <a:pt x="68237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E232DFB9-5498-1A51-CC5A-A3CF40442E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4535FDC4-3FC9-0757-D769-7F7915E5CB5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83429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959129A1-44C4-09BE-1CEB-890E758A74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5716" y="2420619"/>
            <a:ext cx="4844416" cy="255600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292BC476-920F-84ED-08D0-B013030B0B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945380" y="2420619"/>
            <a:ext cx="7246620" cy="255600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EBAFD93-8EEF-FA7D-B57E-B624CD37A1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F16E8131-2A69-F725-C615-0CD5BA081868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8899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84485D48-B9FB-4ECF-B2D2-170A5BAA92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9175" y="1856946"/>
            <a:ext cx="3086353" cy="29390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8D0F9898-02A9-93E2-7FBC-45EAD46CC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8CB64B79-E800-499C-1F77-B2EF7FCAC363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366797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ny Overview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5765673" cy="1178784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440867C7-14DD-4827-AC97-FC8CBE23D3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6827" y="1125539"/>
            <a:ext cx="4075998" cy="514826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6F9BA4CE-9358-32CC-2980-0A2917D84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AA1BEDCE-6CF7-57B5-BE23-1C375F5498A8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533946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objectiv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09F608D1-34E0-E588-09D8-3C4C22ACF84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15125" y="3699669"/>
            <a:ext cx="4038600" cy="2574131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57C3F53A-75D4-4B98-FE12-089554BEA1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15125" y="1125538"/>
            <a:ext cx="4038600" cy="257413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5317617" cy="1178784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ED4943F3-A786-A24B-DE31-67A57D4908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159CA1E0-85EA-E293-5812-3C842A9E2EDE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241247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ny vis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E667768-D2F8-F4D9-0C3C-DABE4CF4663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19174" y="2165194"/>
            <a:ext cx="4876799" cy="410860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A6CE0482-8737-9E27-F623-BD800FCD04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3D8344EB-91BC-F811-7360-908A8F193BB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299121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ick F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592060C1-4310-525A-C0C0-1C9D2EB5E85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28459" y="0"/>
            <a:ext cx="5463541" cy="685800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9910968-576E-FCB1-D498-21C8B0F709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A4EB8888-3430-C25A-CE13-D9CB5490284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352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servic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50338E92-A50B-20CB-5A3A-8F4FD46C998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2400300"/>
            <a:ext cx="12192000" cy="445770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C2B34F84-B4B8-2A92-9F78-1706776E89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E39E1AD9-6D21-18E5-A6DD-42A919A80B46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394479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 &amp;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5AEEF2B-CA77-3515-F3C9-51C1A04EA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7735" y="3014615"/>
            <a:ext cx="2176530" cy="2176530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81B8F030-F0F6-92E3-167E-3F30BA3773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E5E73519-2776-9A07-C808-E7BB8540C256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423573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718FCF1-5C65-43F1-817F-2ABCEE6E96A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67475" y="1712433"/>
            <a:ext cx="4327333" cy="4561367"/>
          </a:xfrm>
          <a:custGeom>
            <a:avLst/>
            <a:gdLst>
              <a:gd name="connsiteX0" fmla="*/ 2563382 w 4429126"/>
              <a:gd name="connsiteY0" fmla="*/ 11 h 4668664"/>
              <a:gd name="connsiteX1" fmla="*/ 2667920 w 4429126"/>
              <a:gd name="connsiteY1" fmla="*/ 42311 h 4668664"/>
              <a:gd name="connsiteX2" fmla="*/ 2732382 w 4429126"/>
              <a:gd name="connsiteY2" fmla="*/ 152528 h 4668664"/>
              <a:gd name="connsiteX3" fmla="*/ 2778852 w 4429126"/>
              <a:gd name="connsiteY3" fmla="*/ 395602 h 4668664"/>
              <a:gd name="connsiteX4" fmla="*/ 2814042 w 4429126"/>
              <a:gd name="connsiteY4" fmla="*/ 570361 h 4668664"/>
              <a:gd name="connsiteX5" fmla="*/ 2845181 w 4429126"/>
              <a:gd name="connsiteY5" fmla="*/ 696664 h 4668664"/>
              <a:gd name="connsiteX6" fmla="*/ 2900508 w 4429126"/>
              <a:gd name="connsiteY6" fmla="*/ 743610 h 4668664"/>
              <a:gd name="connsiteX7" fmla="*/ 3009653 w 4429126"/>
              <a:gd name="connsiteY7" fmla="*/ 793734 h 4668664"/>
              <a:gd name="connsiteX8" fmla="*/ 3112205 w 4429126"/>
              <a:gd name="connsiteY8" fmla="*/ 848744 h 4668664"/>
              <a:gd name="connsiteX9" fmla="*/ 3189138 w 4429126"/>
              <a:gd name="connsiteY9" fmla="*/ 900854 h 4668664"/>
              <a:gd name="connsiteX10" fmla="*/ 3290379 w 4429126"/>
              <a:gd name="connsiteY10" fmla="*/ 964799 h 4668664"/>
              <a:gd name="connsiteX11" fmla="*/ 3355358 w 4429126"/>
              <a:gd name="connsiteY11" fmla="*/ 964799 h 4668664"/>
              <a:gd name="connsiteX12" fmla="*/ 3391104 w 4429126"/>
              <a:gd name="connsiteY12" fmla="*/ 953519 h 4668664"/>
              <a:gd name="connsiteX13" fmla="*/ 3443095 w 4429126"/>
              <a:gd name="connsiteY13" fmla="*/ 935369 h 4668664"/>
              <a:gd name="connsiteX14" fmla="*/ 3493219 w 4429126"/>
              <a:gd name="connsiteY14" fmla="*/ 917535 h 4668664"/>
              <a:gd name="connsiteX15" fmla="*/ 3534048 w 4429126"/>
              <a:gd name="connsiteY15" fmla="*/ 902641 h 4668664"/>
              <a:gd name="connsiteX16" fmla="*/ 3589654 w 4429126"/>
              <a:gd name="connsiteY16" fmla="*/ 882305 h 4668664"/>
              <a:gd name="connsiteX17" fmla="*/ 3651177 w 4429126"/>
              <a:gd name="connsiteY17" fmla="*/ 860977 h 4668664"/>
              <a:gd name="connsiteX18" fmla="*/ 3798768 w 4429126"/>
              <a:gd name="connsiteY18" fmla="*/ 809899 h 4668664"/>
              <a:gd name="connsiteX19" fmla="*/ 3834118 w 4429126"/>
              <a:gd name="connsiteY19" fmla="*/ 797230 h 4668664"/>
              <a:gd name="connsiteX20" fmla="*/ 4010226 w 4429126"/>
              <a:gd name="connsiteY20" fmla="*/ 812640 h 4668664"/>
              <a:gd name="connsiteX21" fmla="*/ 4071114 w 4429126"/>
              <a:gd name="connsiteY21" fmla="*/ 888819 h 4668664"/>
              <a:gd name="connsiteX22" fmla="*/ 4128467 w 4429126"/>
              <a:gd name="connsiteY22" fmla="*/ 987836 h 4668664"/>
              <a:gd name="connsiteX23" fmla="*/ 4185026 w 4429126"/>
              <a:gd name="connsiteY23" fmla="*/ 1083159 h 4668664"/>
              <a:gd name="connsiteX24" fmla="*/ 4245436 w 4429126"/>
              <a:gd name="connsiteY24" fmla="*/ 1184400 h 4668664"/>
              <a:gd name="connsiteX25" fmla="*/ 4270856 w 4429126"/>
              <a:gd name="connsiteY25" fmla="*/ 1231148 h 4668664"/>
              <a:gd name="connsiteX26" fmla="*/ 4360420 w 4429126"/>
              <a:gd name="connsiteY26" fmla="*/ 1391251 h 4668664"/>
              <a:gd name="connsiteX27" fmla="*/ 4398350 w 4429126"/>
              <a:gd name="connsiteY27" fmla="*/ 1453846 h 4668664"/>
              <a:gd name="connsiteX28" fmla="*/ 4419441 w 4429126"/>
              <a:gd name="connsiteY28" fmla="*/ 1621059 h 4668664"/>
              <a:gd name="connsiteX29" fmla="*/ 4384806 w 4429126"/>
              <a:gd name="connsiteY29" fmla="*/ 1670785 h 4668664"/>
              <a:gd name="connsiteX30" fmla="*/ 4283922 w 4429126"/>
              <a:gd name="connsiteY30" fmla="*/ 1763129 h 4668664"/>
              <a:gd name="connsiteX31" fmla="*/ 4182324 w 4429126"/>
              <a:gd name="connsiteY31" fmla="*/ 1852852 h 4668664"/>
              <a:gd name="connsiteX32" fmla="*/ 4040134 w 4429126"/>
              <a:gd name="connsiteY32" fmla="*/ 1972642 h 4668664"/>
              <a:gd name="connsiteX33" fmla="*/ 3957005 w 4429126"/>
              <a:gd name="connsiteY33" fmla="*/ 2048106 h 4668664"/>
              <a:gd name="connsiteX34" fmla="*/ 3936153 w 4429126"/>
              <a:gd name="connsiteY34" fmla="*/ 2146209 h 4668664"/>
              <a:gd name="connsiteX35" fmla="*/ 3945328 w 4429126"/>
              <a:gd name="connsiteY35" fmla="*/ 2256585 h 4668664"/>
              <a:gd name="connsiteX36" fmla="*/ 3936788 w 4429126"/>
              <a:gd name="connsiteY36" fmla="*/ 2525833 h 4668664"/>
              <a:gd name="connsiteX37" fmla="*/ 3950491 w 4429126"/>
              <a:gd name="connsiteY37" fmla="*/ 2608525 h 4668664"/>
              <a:gd name="connsiteX38" fmla="*/ 3995968 w 4429126"/>
              <a:gd name="connsiteY38" fmla="*/ 2659205 h 4668664"/>
              <a:gd name="connsiteX39" fmla="*/ 4105351 w 4429126"/>
              <a:gd name="connsiteY39" fmla="*/ 2753416 h 4668664"/>
              <a:gd name="connsiteX40" fmla="*/ 4175096 w 4429126"/>
              <a:gd name="connsiteY40" fmla="*/ 2808624 h 4668664"/>
              <a:gd name="connsiteX41" fmla="*/ 4256359 w 4429126"/>
              <a:gd name="connsiteY41" fmla="*/ 2879878 h 4668664"/>
              <a:gd name="connsiteX42" fmla="*/ 4341672 w 4429126"/>
              <a:gd name="connsiteY42" fmla="*/ 2956891 h 4668664"/>
              <a:gd name="connsiteX43" fmla="*/ 4410742 w 4429126"/>
              <a:gd name="connsiteY43" fmla="*/ 3030409 h 4668664"/>
              <a:gd name="connsiteX44" fmla="*/ 4428298 w 4429126"/>
              <a:gd name="connsiteY44" fmla="*/ 3131650 h 4668664"/>
              <a:gd name="connsiteX45" fmla="*/ 4385601 w 4429126"/>
              <a:gd name="connsiteY45" fmla="*/ 3241232 h 4668664"/>
              <a:gd name="connsiteX46" fmla="*/ 4334444 w 4429126"/>
              <a:gd name="connsiteY46" fmla="*/ 3327618 h 4668664"/>
              <a:gd name="connsiteX47" fmla="*/ 4249448 w 4429126"/>
              <a:gd name="connsiteY47" fmla="*/ 3479182 h 4668664"/>
              <a:gd name="connsiteX48" fmla="*/ 4160758 w 4429126"/>
              <a:gd name="connsiteY48" fmla="*/ 3623358 h 4668664"/>
              <a:gd name="connsiteX49" fmla="*/ 4111826 w 4429126"/>
              <a:gd name="connsiteY49" fmla="*/ 3711214 h 4668664"/>
              <a:gd name="connsiteX50" fmla="*/ 4034892 w 4429126"/>
              <a:gd name="connsiteY50" fmla="*/ 3834101 h 4668664"/>
              <a:gd name="connsiteX51" fmla="*/ 3943024 w 4429126"/>
              <a:gd name="connsiteY51" fmla="*/ 3880928 h 4668664"/>
              <a:gd name="connsiteX52" fmla="*/ 3820495 w 4429126"/>
              <a:gd name="connsiteY52" fmla="*/ 3866233 h 4668664"/>
              <a:gd name="connsiteX53" fmla="*/ 3663331 w 4429126"/>
              <a:gd name="connsiteY53" fmla="*/ 3812455 h 4668664"/>
              <a:gd name="connsiteX54" fmla="*/ 3509106 w 4429126"/>
              <a:gd name="connsiteY54" fmla="*/ 3756453 h 4668664"/>
              <a:gd name="connsiteX55" fmla="*/ 3370093 w 4429126"/>
              <a:gd name="connsiteY55" fmla="*/ 3706249 h 4668664"/>
              <a:gd name="connsiteX56" fmla="*/ 3244704 w 4429126"/>
              <a:gd name="connsiteY56" fmla="*/ 3728094 h 4668664"/>
              <a:gd name="connsiteX57" fmla="*/ 3167452 w 4429126"/>
              <a:gd name="connsiteY57" fmla="*/ 3782667 h 4668664"/>
              <a:gd name="connsiteX58" fmla="*/ 3081026 w 4429126"/>
              <a:gd name="connsiteY58" fmla="*/ 3837596 h 4668664"/>
              <a:gd name="connsiteX59" fmla="*/ 2973788 w 4429126"/>
              <a:gd name="connsiteY59" fmla="*/ 3892129 h 4668664"/>
              <a:gd name="connsiteX60" fmla="*/ 2862577 w 4429126"/>
              <a:gd name="connsiteY60" fmla="*/ 3950554 h 4668664"/>
              <a:gd name="connsiteX61" fmla="*/ 2842520 w 4429126"/>
              <a:gd name="connsiteY61" fmla="*/ 3984473 h 4668664"/>
              <a:gd name="connsiteX62" fmla="*/ 2829850 w 4429126"/>
              <a:gd name="connsiteY62" fmla="*/ 4023794 h 4668664"/>
              <a:gd name="connsiteX63" fmla="*/ 2790808 w 4429126"/>
              <a:gd name="connsiteY63" fmla="*/ 4220159 h 4668664"/>
              <a:gd name="connsiteX64" fmla="*/ 2743622 w 4429126"/>
              <a:gd name="connsiteY64" fmla="*/ 4473440 h 4668664"/>
              <a:gd name="connsiteX65" fmla="*/ 2711610 w 4429126"/>
              <a:gd name="connsiteY65" fmla="*/ 4574681 h 4668664"/>
              <a:gd name="connsiteX66" fmla="*/ 2637377 w 4429126"/>
              <a:gd name="connsiteY66" fmla="*/ 4646968 h 4668664"/>
              <a:gd name="connsiteX67" fmla="*/ 2630426 w 4429126"/>
              <a:gd name="connsiteY67" fmla="*/ 4650424 h 4668664"/>
              <a:gd name="connsiteX68" fmla="*/ 2585942 w 4429126"/>
              <a:gd name="connsiteY68" fmla="*/ 4667065 h 4668664"/>
              <a:gd name="connsiteX69" fmla="*/ 1867405 w 4429126"/>
              <a:gd name="connsiteY69" fmla="*/ 4668654 h 4668664"/>
              <a:gd name="connsiteX70" fmla="*/ 1770573 w 4429126"/>
              <a:gd name="connsiteY70" fmla="*/ 4633543 h 4668664"/>
              <a:gd name="connsiteX71" fmla="*/ 1697889 w 4429126"/>
              <a:gd name="connsiteY71" fmla="*/ 4517051 h 4668664"/>
              <a:gd name="connsiteX72" fmla="*/ 1653763 w 4429126"/>
              <a:gd name="connsiteY72" fmla="*/ 4305950 h 4668664"/>
              <a:gd name="connsiteX73" fmla="*/ 1602328 w 4429126"/>
              <a:gd name="connsiteY73" fmla="*/ 4019226 h 4668664"/>
              <a:gd name="connsiteX74" fmla="*/ 1519358 w 4429126"/>
              <a:gd name="connsiteY74" fmla="*/ 3922275 h 4668664"/>
              <a:gd name="connsiteX75" fmla="*/ 1418474 w 4429126"/>
              <a:gd name="connsiteY75" fmla="*/ 3872985 h 4668664"/>
              <a:gd name="connsiteX76" fmla="*/ 1316081 w 4429126"/>
              <a:gd name="connsiteY76" fmla="*/ 3818333 h 4668664"/>
              <a:gd name="connsiteX77" fmla="*/ 1242603 w 4429126"/>
              <a:gd name="connsiteY77" fmla="*/ 3768368 h 4668664"/>
              <a:gd name="connsiteX78" fmla="*/ 1143546 w 4429126"/>
              <a:gd name="connsiteY78" fmla="*/ 3704422 h 4668664"/>
              <a:gd name="connsiteX79" fmla="*/ 1078488 w 4429126"/>
              <a:gd name="connsiteY79" fmla="*/ 3700450 h 4668664"/>
              <a:gd name="connsiteX80" fmla="*/ 858809 w 4429126"/>
              <a:gd name="connsiteY80" fmla="*/ 3780800 h 4668664"/>
              <a:gd name="connsiteX81" fmla="*/ 727343 w 4429126"/>
              <a:gd name="connsiteY81" fmla="*/ 3823774 h 4668664"/>
              <a:gd name="connsiteX82" fmla="*/ 589601 w 4429126"/>
              <a:gd name="connsiteY82" fmla="*/ 3873421 h 4668664"/>
              <a:gd name="connsiteX83" fmla="*/ 440818 w 4429126"/>
              <a:gd name="connsiteY83" fmla="*/ 3865478 h 4668664"/>
              <a:gd name="connsiteX84" fmla="*/ 357966 w 4429126"/>
              <a:gd name="connsiteY84" fmla="*/ 3778734 h 4668664"/>
              <a:gd name="connsiteX85" fmla="*/ 203940 w 4429126"/>
              <a:gd name="connsiteY85" fmla="*/ 3513459 h 4668664"/>
              <a:gd name="connsiteX86" fmla="*/ 100673 w 4429126"/>
              <a:gd name="connsiteY86" fmla="*/ 3336317 h 4668664"/>
              <a:gd name="connsiteX87" fmla="*/ 19728 w 4429126"/>
              <a:gd name="connsiteY87" fmla="*/ 3199250 h 4668664"/>
              <a:gd name="connsiteX88" fmla="*/ 505 w 4429126"/>
              <a:gd name="connsiteY88" fmla="*/ 3109249 h 4668664"/>
              <a:gd name="connsiteX89" fmla="*/ 50748 w 4429126"/>
              <a:gd name="connsiteY89" fmla="*/ 2991406 h 4668664"/>
              <a:gd name="connsiteX90" fmla="*/ 193256 w 4429126"/>
              <a:gd name="connsiteY90" fmla="*/ 2865580 h 4668664"/>
              <a:gd name="connsiteX91" fmla="*/ 367180 w 4429126"/>
              <a:gd name="connsiteY91" fmla="*/ 2716042 h 4668664"/>
              <a:gd name="connsiteX92" fmla="*/ 433747 w 4429126"/>
              <a:gd name="connsiteY92" fmla="*/ 2660437 h 4668664"/>
              <a:gd name="connsiteX93" fmla="*/ 494794 w 4429126"/>
              <a:gd name="connsiteY93" fmla="*/ 2523251 h 4668664"/>
              <a:gd name="connsiteX94" fmla="*/ 483911 w 4429126"/>
              <a:gd name="connsiteY94" fmla="*/ 2387296 h 4668664"/>
              <a:gd name="connsiteX95" fmla="*/ 485460 w 4429126"/>
              <a:gd name="connsiteY95" fmla="*/ 2196849 h 4668664"/>
              <a:gd name="connsiteX96" fmla="*/ 490743 w 4429126"/>
              <a:gd name="connsiteY96" fmla="*/ 2165670 h 4668664"/>
              <a:gd name="connsiteX97" fmla="*/ 481250 w 4429126"/>
              <a:gd name="connsiteY97" fmla="*/ 2057122 h 4668664"/>
              <a:gd name="connsiteX98" fmla="*/ 444710 w 4429126"/>
              <a:gd name="connsiteY98" fmla="*/ 2016292 h 4668664"/>
              <a:gd name="connsiteX99" fmla="*/ 385451 w 4429126"/>
              <a:gd name="connsiteY99" fmla="*/ 1967041 h 4668664"/>
              <a:gd name="connsiteX100" fmla="*/ 281270 w 4429126"/>
              <a:gd name="connsiteY100" fmla="*/ 1875412 h 4668664"/>
              <a:gd name="connsiteX101" fmla="*/ 212956 w 4429126"/>
              <a:gd name="connsiteY101" fmla="*/ 1823143 h 4668664"/>
              <a:gd name="connsiteX102" fmla="*/ 142377 w 4429126"/>
              <a:gd name="connsiteY102" fmla="*/ 1760032 h 4668664"/>
              <a:gd name="connsiteX103" fmla="*/ 56149 w 4429126"/>
              <a:gd name="connsiteY103" fmla="*/ 1683932 h 4668664"/>
              <a:gd name="connsiteX104" fmla="*/ 28029 w 4429126"/>
              <a:gd name="connsiteY104" fmla="*/ 1460876 h 4668664"/>
              <a:gd name="connsiteX105" fmla="*/ 76882 w 4429126"/>
              <a:gd name="connsiteY105" fmla="*/ 1368969 h 4668664"/>
              <a:gd name="connsiteX106" fmla="*/ 126768 w 4429126"/>
              <a:gd name="connsiteY106" fmla="*/ 1290764 h 4668664"/>
              <a:gd name="connsiteX107" fmla="*/ 178401 w 4429126"/>
              <a:gd name="connsiteY107" fmla="*/ 1197625 h 4668664"/>
              <a:gd name="connsiteX108" fmla="*/ 223878 w 4429126"/>
              <a:gd name="connsiteY108" fmla="*/ 1121248 h 4668664"/>
              <a:gd name="connsiteX109" fmla="*/ 317374 w 4429126"/>
              <a:gd name="connsiteY109" fmla="*/ 954195 h 4668664"/>
              <a:gd name="connsiteX110" fmla="*/ 384894 w 4429126"/>
              <a:gd name="connsiteY110" fmla="*/ 846519 h 4668664"/>
              <a:gd name="connsiteX111" fmla="*/ 522716 w 4429126"/>
              <a:gd name="connsiteY111" fmla="*/ 786704 h 4668664"/>
              <a:gd name="connsiteX112" fmla="*/ 523828 w 4429126"/>
              <a:gd name="connsiteY112" fmla="*/ 781064 h 4668664"/>
              <a:gd name="connsiteX113" fmla="*/ 615179 w 4429126"/>
              <a:gd name="connsiteY113" fmla="*/ 804458 h 4668664"/>
              <a:gd name="connsiteX114" fmla="*/ 744818 w 4429126"/>
              <a:gd name="connsiteY114" fmla="*/ 846957 h 4668664"/>
              <a:gd name="connsiteX115" fmla="*/ 894634 w 4429126"/>
              <a:gd name="connsiteY115" fmla="*/ 902879 h 4668664"/>
              <a:gd name="connsiteX116" fmla="*/ 903650 w 4429126"/>
              <a:gd name="connsiteY116" fmla="*/ 906851 h 4668664"/>
              <a:gd name="connsiteX117" fmla="*/ 1071220 w 4429126"/>
              <a:gd name="connsiteY117" fmla="*/ 965673 h 4668664"/>
              <a:gd name="connsiteX118" fmla="*/ 1186045 w 4429126"/>
              <a:gd name="connsiteY118" fmla="*/ 939181 h 4668664"/>
              <a:gd name="connsiteX119" fmla="*/ 1263495 w 4429126"/>
              <a:gd name="connsiteY119" fmla="*/ 885245 h 4668664"/>
              <a:gd name="connsiteX120" fmla="*/ 1351629 w 4429126"/>
              <a:gd name="connsiteY120" fmla="*/ 829639 h 4668664"/>
              <a:gd name="connsiteX121" fmla="*/ 1462839 w 4429126"/>
              <a:gd name="connsiteY121" fmla="*/ 774034 h 4668664"/>
              <a:gd name="connsiteX122" fmla="*/ 1560863 w 4429126"/>
              <a:gd name="connsiteY122" fmla="*/ 723950 h 4668664"/>
              <a:gd name="connsiteX123" fmla="*/ 1599548 w 4429126"/>
              <a:gd name="connsiteY123" fmla="*/ 659567 h 4668664"/>
              <a:gd name="connsiteX124" fmla="*/ 1627351 w 4429126"/>
              <a:gd name="connsiteY124" fmla="*/ 538070 h 4668664"/>
              <a:gd name="connsiteX125" fmla="*/ 1650148 w 4429126"/>
              <a:gd name="connsiteY125" fmla="*/ 401321 h 4668664"/>
              <a:gd name="connsiteX126" fmla="*/ 1681923 w 4429126"/>
              <a:gd name="connsiteY126" fmla="*/ 226126 h 4668664"/>
              <a:gd name="connsiteX127" fmla="*/ 1712784 w 4429126"/>
              <a:gd name="connsiteY127" fmla="*/ 105701 h 4668664"/>
              <a:gd name="connsiteX128" fmla="*/ 1789876 w 4429126"/>
              <a:gd name="connsiteY128" fmla="*/ 23643 h 4668664"/>
              <a:gd name="connsiteX129" fmla="*/ 1800322 w 4429126"/>
              <a:gd name="connsiteY129" fmla="*/ 18560 h 4668664"/>
              <a:gd name="connsiteX130" fmla="*/ 1846871 w 4429126"/>
              <a:gd name="connsiteY130" fmla="*/ 1679 h 4668664"/>
              <a:gd name="connsiteX131" fmla="*/ 2563382 w 4429126"/>
              <a:gd name="connsiteY131" fmla="*/ 11 h 4668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429126" h="4668664">
                <a:moveTo>
                  <a:pt x="2563382" y="11"/>
                </a:moveTo>
                <a:cubicBezTo>
                  <a:pt x="2607509" y="-505"/>
                  <a:pt x="2637377" y="17805"/>
                  <a:pt x="2667920" y="42311"/>
                </a:cubicBezTo>
                <a:cubicBezTo>
                  <a:pt x="2703428" y="70828"/>
                  <a:pt x="2724200" y="107647"/>
                  <a:pt x="2732382" y="152528"/>
                </a:cubicBezTo>
                <a:cubicBezTo>
                  <a:pt x="2747237" y="233672"/>
                  <a:pt x="2763045" y="314657"/>
                  <a:pt x="2778852" y="395602"/>
                </a:cubicBezTo>
                <a:cubicBezTo>
                  <a:pt x="2790212" y="453948"/>
                  <a:pt x="2801690" y="512293"/>
                  <a:pt x="2814042" y="570361"/>
                </a:cubicBezTo>
                <a:cubicBezTo>
                  <a:pt x="2823018" y="612859"/>
                  <a:pt x="2829016" y="656906"/>
                  <a:pt x="2845181" y="696664"/>
                </a:cubicBezTo>
                <a:cubicBezTo>
                  <a:pt x="2853324" y="716523"/>
                  <a:pt x="2879338" y="732052"/>
                  <a:pt x="2900508" y="743610"/>
                </a:cubicBezTo>
                <a:cubicBezTo>
                  <a:pt x="2935579" y="762715"/>
                  <a:pt x="2973709" y="776140"/>
                  <a:pt x="3009653" y="793734"/>
                </a:cubicBezTo>
                <a:cubicBezTo>
                  <a:pt x="3044486" y="810773"/>
                  <a:pt x="3078881" y="828964"/>
                  <a:pt x="3112205" y="848744"/>
                </a:cubicBezTo>
                <a:cubicBezTo>
                  <a:pt x="3138776" y="864631"/>
                  <a:pt x="3163202" y="883934"/>
                  <a:pt x="3189138" y="900854"/>
                </a:cubicBezTo>
                <a:cubicBezTo>
                  <a:pt x="3222541" y="922659"/>
                  <a:pt x="3256262" y="944106"/>
                  <a:pt x="3290379" y="964799"/>
                </a:cubicBezTo>
                <a:cubicBezTo>
                  <a:pt x="3311549" y="977668"/>
                  <a:pt x="3333552" y="973140"/>
                  <a:pt x="3355358" y="964799"/>
                </a:cubicBezTo>
                <a:cubicBezTo>
                  <a:pt x="3366995" y="960430"/>
                  <a:pt x="3379189" y="957491"/>
                  <a:pt x="3391104" y="953519"/>
                </a:cubicBezTo>
                <a:cubicBezTo>
                  <a:pt x="3408500" y="947641"/>
                  <a:pt x="3425778" y="941604"/>
                  <a:pt x="3443095" y="935369"/>
                </a:cubicBezTo>
                <a:cubicBezTo>
                  <a:pt x="3460412" y="929133"/>
                  <a:pt x="3476537" y="923453"/>
                  <a:pt x="3493219" y="917535"/>
                </a:cubicBezTo>
                <a:cubicBezTo>
                  <a:pt x="3506842" y="912610"/>
                  <a:pt x="3520465" y="907606"/>
                  <a:pt x="3534048" y="902641"/>
                </a:cubicBezTo>
                <a:cubicBezTo>
                  <a:pt x="3552597" y="895849"/>
                  <a:pt x="3571105" y="888938"/>
                  <a:pt x="3589654" y="882305"/>
                </a:cubicBezTo>
                <a:cubicBezTo>
                  <a:pt x="3610108" y="875037"/>
                  <a:pt x="3630682" y="868086"/>
                  <a:pt x="3651177" y="860977"/>
                </a:cubicBezTo>
                <a:cubicBezTo>
                  <a:pt x="3700375" y="843978"/>
                  <a:pt x="3749570" y="826951"/>
                  <a:pt x="3798768" y="809899"/>
                </a:cubicBezTo>
                <a:cubicBezTo>
                  <a:pt x="3810684" y="805928"/>
                  <a:pt x="3822163" y="800963"/>
                  <a:pt x="3834118" y="797230"/>
                </a:cubicBezTo>
                <a:cubicBezTo>
                  <a:pt x="3894886" y="778244"/>
                  <a:pt x="3954304" y="779913"/>
                  <a:pt x="4010226" y="812640"/>
                </a:cubicBezTo>
                <a:cubicBezTo>
                  <a:pt x="4039340" y="830037"/>
                  <a:pt x="4055227" y="859905"/>
                  <a:pt x="4071114" y="888819"/>
                </a:cubicBezTo>
                <a:cubicBezTo>
                  <a:pt x="4089702" y="922103"/>
                  <a:pt x="4109164" y="954950"/>
                  <a:pt x="4128467" y="987836"/>
                </a:cubicBezTo>
                <a:cubicBezTo>
                  <a:pt x="4147174" y="1019610"/>
                  <a:pt x="4166120" y="1051385"/>
                  <a:pt x="4185026" y="1083159"/>
                </a:cubicBezTo>
                <a:cubicBezTo>
                  <a:pt x="4205162" y="1116919"/>
                  <a:pt x="4225538" y="1150680"/>
                  <a:pt x="4245436" y="1184400"/>
                </a:cubicBezTo>
                <a:cubicBezTo>
                  <a:pt x="4254412" y="1199691"/>
                  <a:pt x="4262197" y="1215658"/>
                  <a:pt x="4270856" y="1231148"/>
                </a:cubicBezTo>
                <a:cubicBezTo>
                  <a:pt x="4300604" y="1284568"/>
                  <a:pt x="4330433" y="1338029"/>
                  <a:pt x="4360420" y="1391251"/>
                </a:cubicBezTo>
                <a:cubicBezTo>
                  <a:pt x="4372336" y="1412500"/>
                  <a:pt x="4384012" y="1434226"/>
                  <a:pt x="4398350" y="1453846"/>
                </a:cubicBezTo>
                <a:cubicBezTo>
                  <a:pt x="4436360" y="1505995"/>
                  <a:pt x="4433699" y="1563547"/>
                  <a:pt x="4419441" y="1621059"/>
                </a:cubicBezTo>
                <a:cubicBezTo>
                  <a:pt x="4414873" y="1639488"/>
                  <a:pt x="4399065" y="1656805"/>
                  <a:pt x="4384806" y="1670785"/>
                </a:cubicBezTo>
                <a:cubicBezTo>
                  <a:pt x="4352397" y="1702798"/>
                  <a:pt x="4317882" y="1732706"/>
                  <a:pt x="4283922" y="1763129"/>
                </a:cubicBezTo>
                <a:cubicBezTo>
                  <a:pt x="4249964" y="1793554"/>
                  <a:pt x="4216562" y="1823501"/>
                  <a:pt x="4182324" y="1852852"/>
                </a:cubicBezTo>
                <a:cubicBezTo>
                  <a:pt x="4135258" y="1893166"/>
                  <a:pt x="4087002" y="1932288"/>
                  <a:pt x="4040134" y="1972642"/>
                </a:cubicBezTo>
                <a:cubicBezTo>
                  <a:pt x="4011657" y="1996989"/>
                  <a:pt x="3981670" y="2020303"/>
                  <a:pt x="3957005" y="2048106"/>
                </a:cubicBezTo>
                <a:cubicBezTo>
                  <a:pt x="3933174" y="2075233"/>
                  <a:pt x="3933174" y="2111296"/>
                  <a:pt x="3936153" y="2146209"/>
                </a:cubicBezTo>
                <a:cubicBezTo>
                  <a:pt x="3939450" y="2182987"/>
                  <a:pt x="3945884" y="2219846"/>
                  <a:pt x="3945328" y="2256585"/>
                </a:cubicBezTo>
                <a:cubicBezTo>
                  <a:pt x="3943977" y="2346347"/>
                  <a:pt x="3938139" y="2436070"/>
                  <a:pt x="3936788" y="2525833"/>
                </a:cubicBezTo>
                <a:cubicBezTo>
                  <a:pt x="3936392" y="2553635"/>
                  <a:pt x="3940085" y="2583265"/>
                  <a:pt x="3950491" y="2608525"/>
                </a:cubicBezTo>
                <a:cubicBezTo>
                  <a:pt x="3958712" y="2628385"/>
                  <a:pt x="3979048" y="2643914"/>
                  <a:pt x="3995968" y="2659205"/>
                </a:cubicBezTo>
                <a:cubicBezTo>
                  <a:pt x="4031714" y="2691417"/>
                  <a:pt x="4068453" y="2722754"/>
                  <a:pt x="4105351" y="2753416"/>
                </a:cubicBezTo>
                <a:cubicBezTo>
                  <a:pt x="4128070" y="2772441"/>
                  <a:pt x="4152417" y="2789559"/>
                  <a:pt x="4175096" y="2808624"/>
                </a:cubicBezTo>
                <a:cubicBezTo>
                  <a:pt x="4202898" y="2831779"/>
                  <a:pt x="4229430" y="2855928"/>
                  <a:pt x="4256359" y="2879878"/>
                </a:cubicBezTo>
                <a:cubicBezTo>
                  <a:pt x="4284996" y="2905337"/>
                  <a:pt x="4314109" y="2930320"/>
                  <a:pt x="4341672" y="2956891"/>
                </a:cubicBezTo>
                <a:cubicBezTo>
                  <a:pt x="4365900" y="2980206"/>
                  <a:pt x="4390924" y="3003520"/>
                  <a:pt x="4410742" y="3030409"/>
                </a:cubicBezTo>
                <a:cubicBezTo>
                  <a:pt x="4432508" y="3059880"/>
                  <a:pt x="4429290" y="3096658"/>
                  <a:pt x="4428298" y="3131650"/>
                </a:cubicBezTo>
                <a:cubicBezTo>
                  <a:pt x="4427146" y="3173235"/>
                  <a:pt x="4404864" y="3206757"/>
                  <a:pt x="4385601" y="3241232"/>
                </a:cubicBezTo>
                <a:cubicBezTo>
                  <a:pt x="4369276" y="3270424"/>
                  <a:pt x="4350966" y="3298545"/>
                  <a:pt x="4334444" y="3327618"/>
                </a:cubicBezTo>
                <a:cubicBezTo>
                  <a:pt x="4305848" y="3377981"/>
                  <a:pt x="4278839" y="3429256"/>
                  <a:pt x="4249448" y="3479182"/>
                </a:cubicBezTo>
                <a:cubicBezTo>
                  <a:pt x="4220890" y="3527797"/>
                  <a:pt x="4189871" y="3574941"/>
                  <a:pt x="4160758" y="3623358"/>
                </a:cubicBezTo>
                <a:cubicBezTo>
                  <a:pt x="4143560" y="3652114"/>
                  <a:pt x="4129937" y="3682935"/>
                  <a:pt x="4111826" y="3711214"/>
                </a:cubicBezTo>
                <a:cubicBezTo>
                  <a:pt x="4085612" y="3751845"/>
                  <a:pt x="4070558" y="3799388"/>
                  <a:pt x="4034892" y="3834101"/>
                </a:cubicBezTo>
                <a:cubicBezTo>
                  <a:pt x="4009035" y="3859322"/>
                  <a:pt x="3978373" y="3876400"/>
                  <a:pt x="3943024" y="3880928"/>
                </a:cubicBezTo>
                <a:cubicBezTo>
                  <a:pt x="3901598" y="3886858"/>
                  <a:pt x="3859343" y="3881790"/>
                  <a:pt x="3820495" y="3866233"/>
                </a:cubicBezTo>
                <a:cubicBezTo>
                  <a:pt x="3769218" y="3845540"/>
                  <a:pt x="3715599" y="3830765"/>
                  <a:pt x="3663331" y="3812455"/>
                </a:cubicBezTo>
                <a:cubicBezTo>
                  <a:pt x="3611698" y="3794383"/>
                  <a:pt x="3560581" y="3774961"/>
                  <a:pt x="3509106" y="3756453"/>
                </a:cubicBezTo>
                <a:cubicBezTo>
                  <a:pt x="3462715" y="3739731"/>
                  <a:pt x="3415014" y="3726029"/>
                  <a:pt x="3370093" y="3706249"/>
                </a:cubicBezTo>
                <a:cubicBezTo>
                  <a:pt x="3321717" y="3685040"/>
                  <a:pt x="3282992" y="3700411"/>
                  <a:pt x="3244704" y="3728094"/>
                </a:cubicBezTo>
                <a:cubicBezTo>
                  <a:pt x="3219165" y="3746563"/>
                  <a:pt x="3193626" y="3765111"/>
                  <a:pt x="3167452" y="3782667"/>
                </a:cubicBezTo>
                <a:cubicBezTo>
                  <a:pt x="3139094" y="3801652"/>
                  <a:pt x="3110775" y="3820955"/>
                  <a:pt x="3081026" y="3837596"/>
                </a:cubicBezTo>
                <a:cubicBezTo>
                  <a:pt x="3046074" y="3857177"/>
                  <a:pt x="3009534" y="3873938"/>
                  <a:pt x="2973788" y="3892129"/>
                </a:cubicBezTo>
                <a:cubicBezTo>
                  <a:pt x="2936492" y="3911154"/>
                  <a:pt x="2898522" y="3929186"/>
                  <a:pt x="2862577" y="3950554"/>
                </a:cubicBezTo>
                <a:cubicBezTo>
                  <a:pt x="2852608" y="3956472"/>
                  <a:pt x="2847803" y="3972359"/>
                  <a:pt x="2842520" y="3984473"/>
                </a:cubicBezTo>
                <a:cubicBezTo>
                  <a:pt x="2836963" y="3997111"/>
                  <a:pt x="2832718" y="4010290"/>
                  <a:pt x="2829850" y="4023794"/>
                </a:cubicBezTo>
                <a:cubicBezTo>
                  <a:pt x="2816426" y="4089170"/>
                  <a:pt x="2803160" y="4154585"/>
                  <a:pt x="2790808" y="4220159"/>
                </a:cubicBezTo>
                <a:cubicBezTo>
                  <a:pt x="2774920" y="4304560"/>
                  <a:pt x="2761813" y="4389556"/>
                  <a:pt x="2743622" y="4473440"/>
                </a:cubicBezTo>
                <a:cubicBezTo>
                  <a:pt x="2736195" y="4507598"/>
                  <a:pt x="2731707" y="4543383"/>
                  <a:pt x="2711610" y="4574681"/>
                </a:cubicBezTo>
                <a:cubicBezTo>
                  <a:pt x="2692108" y="4604907"/>
                  <a:pt x="2668516" y="4629453"/>
                  <a:pt x="2637377" y="4646968"/>
                </a:cubicBezTo>
                <a:cubicBezTo>
                  <a:pt x="2635073" y="4648279"/>
                  <a:pt x="2631062" y="4648715"/>
                  <a:pt x="2630426" y="4650424"/>
                </a:cubicBezTo>
                <a:cubicBezTo>
                  <a:pt x="2622284" y="4674254"/>
                  <a:pt x="2602147" y="4667065"/>
                  <a:pt x="2585942" y="4667065"/>
                </a:cubicBezTo>
                <a:cubicBezTo>
                  <a:pt x="2346444" y="4667463"/>
                  <a:pt x="2106904" y="4666192"/>
                  <a:pt x="1867405" y="4668654"/>
                </a:cubicBezTo>
                <a:cubicBezTo>
                  <a:pt x="1828006" y="4669091"/>
                  <a:pt x="1798098" y="4655468"/>
                  <a:pt x="1770573" y="4633543"/>
                </a:cubicBezTo>
                <a:cubicBezTo>
                  <a:pt x="1733199" y="4603834"/>
                  <a:pt x="1707024" y="4566023"/>
                  <a:pt x="1697889" y="4517051"/>
                </a:cubicBezTo>
                <a:cubicBezTo>
                  <a:pt x="1684505" y="4446432"/>
                  <a:pt x="1667307" y="4376529"/>
                  <a:pt x="1653763" y="4305950"/>
                </a:cubicBezTo>
                <a:cubicBezTo>
                  <a:pt x="1635453" y="4210627"/>
                  <a:pt x="1617818" y="4115066"/>
                  <a:pt x="1602328" y="4019226"/>
                </a:cubicBezTo>
                <a:cubicBezTo>
                  <a:pt x="1594146" y="3968466"/>
                  <a:pt x="1568211" y="3938678"/>
                  <a:pt x="1519358" y="3922275"/>
                </a:cubicBezTo>
                <a:cubicBezTo>
                  <a:pt x="1484167" y="3910360"/>
                  <a:pt x="1451837" y="3890143"/>
                  <a:pt x="1418474" y="3872985"/>
                </a:cubicBezTo>
                <a:cubicBezTo>
                  <a:pt x="1384078" y="3855271"/>
                  <a:pt x="1349404" y="3837954"/>
                  <a:pt x="1316081" y="3818333"/>
                </a:cubicBezTo>
                <a:cubicBezTo>
                  <a:pt x="1290622" y="3803360"/>
                  <a:pt x="1267307" y="3784732"/>
                  <a:pt x="1242603" y="3768368"/>
                </a:cubicBezTo>
                <a:cubicBezTo>
                  <a:pt x="1209835" y="3746642"/>
                  <a:pt x="1176989" y="3725075"/>
                  <a:pt x="1143546" y="3704422"/>
                </a:cubicBezTo>
                <a:cubicBezTo>
                  <a:pt x="1123052" y="3691712"/>
                  <a:pt x="1100770" y="3692507"/>
                  <a:pt x="1078488" y="3700450"/>
                </a:cubicBezTo>
                <a:cubicBezTo>
                  <a:pt x="1004891" y="3727538"/>
                  <a:pt x="932168" y="3754824"/>
                  <a:pt x="858809" y="3780800"/>
                </a:cubicBezTo>
                <a:cubicBezTo>
                  <a:pt x="815358" y="3796170"/>
                  <a:pt x="770913" y="3808602"/>
                  <a:pt x="727343" y="3823774"/>
                </a:cubicBezTo>
                <a:cubicBezTo>
                  <a:pt x="681230" y="3839662"/>
                  <a:pt x="635991" y="3858965"/>
                  <a:pt x="589601" y="3873421"/>
                </a:cubicBezTo>
                <a:cubicBezTo>
                  <a:pt x="539715" y="3888912"/>
                  <a:pt x="490783" y="3886449"/>
                  <a:pt x="440818" y="3865478"/>
                </a:cubicBezTo>
                <a:cubicBezTo>
                  <a:pt x="398756" y="3847844"/>
                  <a:pt x="378659" y="3813130"/>
                  <a:pt x="357966" y="3778734"/>
                </a:cubicBezTo>
                <a:cubicBezTo>
                  <a:pt x="305300" y="3691077"/>
                  <a:pt x="255216" y="3601910"/>
                  <a:pt x="203940" y="3513459"/>
                </a:cubicBezTo>
                <a:cubicBezTo>
                  <a:pt x="169516" y="3454330"/>
                  <a:pt x="135096" y="3395286"/>
                  <a:pt x="100673" y="3336317"/>
                </a:cubicBezTo>
                <a:cubicBezTo>
                  <a:pt x="73863" y="3290522"/>
                  <a:pt x="47293" y="3244568"/>
                  <a:pt x="19728" y="3199250"/>
                </a:cubicBezTo>
                <a:cubicBezTo>
                  <a:pt x="2689" y="3171209"/>
                  <a:pt x="1458" y="3140269"/>
                  <a:pt x="505" y="3109249"/>
                </a:cubicBezTo>
                <a:cubicBezTo>
                  <a:pt x="-925" y="3062501"/>
                  <a:pt x="15240" y="3022743"/>
                  <a:pt x="50748" y="2991406"/>
                </a:cubicBezTo>
                <a:cubicBezTo>
                  <a:pt x="98409" y="2949464"/>
                  <a:pt x="145435" y="2907164"/>
                  <a:pt x="193256" y="2865580"/>
                </a:cubicBezTo>
                <a:cubicBezTo>
                  <a:pt x="250966" y="2815416"/>
                  <a:pt x="309113" y="2765769"/>
                  <a:pt x="367180" y="2716042"/>
                </a:cubicBezTo>
                <a:cubicBezTo>
                  <a:pt x="389184" y="2697216"/>
                  <a:pt x="411375" y="2678679"/>
                  <a:pt x="433747" y="2660437"/>
                </a:cubicBezTo>
                <a:cubicBezTo>
                  <a:pt x="477159" y="2624889"/>
                  <a:pt x="502420" y="2582272"/>
                  <a:pt x="494794" y="2523251"/>
                </a:cubicBezTo>
                <a:cubicBezTo>
                  <a:pt x="488769" y="2478155"/>
                  <a:pt x="485135" y="2432774"/>
                  <a:pt x="483911" y="2387296"/>
                </a:cubicBezTo>
                <a:cubicBezTo>
                  <a:pt x="482521" y="2323748"/>
                  <a:pt x="484388" y="2260199"/>
                  <a:pt x="485460" y="2196849"/>
                </a:cubicBezTo>
                <a:cubicBezTo>
                  <a:pt x="486080" y="2186296"/>
                  <a:pt x="487851" y="2175838"/>
                  <a:pt x="490743" y="2165670"/>
                </a:cubicBezTo>
                <a:cubicBezTo>
                  <a:pt x="499719" y="2128375"/>
                  <a:pt x="497773" y="2091279"/>
                  <a:pt x="481250" y="2057122"/>
                </a:cubicBezTo>
                <a:cubicBezTo>
                  <a:pt x="473624" y="2041234"/>
                  <a:pt x="458254" y="2028604"/>
                  <a:pt x="444710" y="2016292"/>
                </a:cubicBezTo>
                <a:cubicBezTo>
                  <a:pt x="425764" y="1999014"/>
                  <a:pt x="404992" y="1983881"/>
                  <a:pt x="385451" y="1967041"/>
                </a:cubicBezTo>
                <a:cubicBezTo>
                  <a:pt x="350499" y="1936736"/>
                  <a:pt x="316580" y="1905240"/>
                  <a:pt x="281270" y="1875412"/>
                </a:cubicBezTo>
                <a:cubicBezTo>
                  <a:pt x="259386" y="1856944"/>
                  <a:pt x="234999" y="1841453"/>
                  <a:pt x="212956" y="1823143"/>
                </a:cubicBezTo>
                <a:cubicBezTo>
                  <a:pt x="188688" y="1802967"/>
                  <a:pt x="165970" y="1781003"/>
                  <a:pt x="142377" y="1760032"/>
                </a:cubicBezTo>
                <a:cubicBezTo>
                  <a:pt x="113700" y="1734533"/>
                  <a:pt x="84707" y="1709510"/>
                  <a:pt x="56149" y="1683932"/>
                </a:cubicBezTo>
                <a:cubicBezTo>
                  <a:pt x="-6844" y="1627493"/>
                  <a:pt x="-17726" y="1532250"/>
                  <a:pt x="28029" y="1460876"/>
                </a:cubicBezTo>
                <a:cubicBezTo>
                  <a:pt x="46697" y="1431803"/>
                  <a:pt x="59565" y="1399036"/>
                  <a:pt x="76882" y="1368969"/>
                </a:cubicBezTo>
                <a:cubicBezTo>
                  <a:pt x="92293" y="1342199"/>
                  <a:pt x="111039" y="1317336"/>
                  <a:pt x="126768" y="1290764"/>
                </a:cubicBezTo>
                <a:cubicBezTo>
                  <a:pt x="144839" y="1260221"/>
                  <a:pt x="160806" y="1228487"/>
                  <a:pt x="178401" y="1197625"/>
                </a:cubicBezTo>
                <a:cubicBezTo>
                  <a:pt x="193097" y="1171888"/>
                  <a:pt x="209302" y="1147065"/>
                  <a:pt x="223878" y="1121248"/>
                </a:cubicBezTo>
                <a:cubicBezTo>
                  <a:pt x="255295" y="1065643"/>
                  <a:pt x="285481" y="1009482"/>
                  <a:pt x="317374" y="954195"/>
                </a:cubicBezTo>
                <a:cubicBezTo>
                  <a:pt x="338504" y="917495"/>
                  <a:pt x="358998" y="879962"/>
                  <a:pt x="384894" y="846519"/>
                </a:cubicBezTo>
                <a:cubicBezTo>
                  <a:pt x="418774" y="802353"/>
                  <a:pt x="466872" y="783924"/>
                  <a:pt x="522716" y="786704"/>
                </a:cubicBezTo>
                <a:cubicBezTo>
                  <a:pt x="522874" y="784718"/>
                  <a:pt x="523351" y="782891"/>
                  <a:pt x="523828" y="781064"/>
                </a:cubicBezTo>
                <a:cubicBezTo>
                  <a:pt x="554252" y="788769"/>
                  <a:pt x="584993" y="795363"/>
                  <a:pt x="615179" y="804458"/>
                </a:cubicBezTo>
                <a:cubicBezTo>
                  <a:pt x="658710" y="817697"/>
                  <a:pt x="701923" y="831863"/>
                  <a:pt x="744818" y="846957"/>
                </a:cubicBezTo>
                <a:cubicBezTo>
                  <a:pt x="795061" y="864790"/>
                  <a:pt x="844749" y="884133"/>
                  <a:pt x="894634" y="902879"/>
                </a:cubicBezTo>
                <a:cubicBezTo>
                  <a:pt x="897733" y="904031"/>
                  <a:pt x="900552" y="905937"/>
                  <a:pt x="903650" y="906851"/>
                </a:cubicBezTo>
                <a:cubicBezTo>
                  <a:pt x="959335" y="926630"/>
                  <a:pt x="1015178" y="946450"/>
                  <a:pt x="1071220" y="965673"/>
                </a:cubicBezTo>
                <a:cubicBezTo>
                  <a:pt x="1114910" y="980607"/>
                  <a:pt x="1151331" y="963925"/>
                  <a:pt x="1186045" y="939181"/>
                </a:cubicBezTo>
                <a:cubicBezTo>
                  <a:pt x="1211663" y="920912"/>
                  <a:pt x="1237281" y="902641"/>
                  <a:pt x="1263495" y="885245"/>
                </a:cubicBezTo>
                <a:cubicBezTo>
                  <a:pt x="1292449" y="866021"/>
                  <a:pt x="1321284" y="846321"/>
                  <a:pt x="1351629" y="829639"/>
                </a:cubicBezTo>
                <a:cubicBezTo>
                  <a:pt x="1387891" y="809781"/>
                  <a:pt x="1425822" y="792543"/>
                  <a:pt x="1462839" y="774034"/>
                </a:cubicBezTo>
                <a:cubicBezTo>
                  <a:pt x="1495686" y="757591"/>
                  <a:pt x="1528850" y="741823"/>
                  <a:pt x="1560863" y="723950"/>
                </a:cubicBezTo>
                <a:cubicBezTo>
                  <a:pt x="1585289" y="710326"/>
                  <a:pt x="1593590" y="685106"/>
                  <a:pt x="1599548" y="659567"/>
                </a:cubicBezTo>
                <a:cubicBezTo>
                  <a:pt x="1609041" y="619134"/>
                  <a:pt x="1619407" y="578821"/>
                  <a:pt x="1627351" y="538070"/>
                </a:cubicBezTo>
                <a:cubicBezTo>
                  <a:pt x="1636088" y="492712"/>
                  <a:pt x="1642245" y="446719"/>
                  <a:pt x="1650148" y="401321"/>
                </a:cubicBezTo>
                <a:cubicBezTo>
                  <a:pt x="1660237" y="342857"/>
                  <a:pt x="1670007" y="284233"/>
                  <a:pt x="1681923" y="226126"/>
                </a:cubicBezTo>
                <a:cubicBezTo>
                  <a:pt x="1690045" y="185462"/>
                  <a:pt x="1700348" y="145260"/>
                  <a:pt x="1712784" y="105701"/>
                </a:cubicBezTo>
                <a:cubicBezTo>
                  <a:pt x="1725136" y="67095"/>
                  <a:pt x="1757228" y="44456"/>
                  <a:pt x="1789876" y="23643"/>
                </a:cubicBezTo>
                <a:cubicBezTo>
                  <a:pt x="1793173" y="21499"/>
                  <a:pt x="1799369" y="21181"/>
                  <a:pt x="1800322" y="18560"/>
                </a:cubicBezTo>
                <a:cubicBezTo>
                  <a:pt x="1809258" y="-5827"/>
                  <a:pt x="1830071" y="1679"/>
                  <a:pt x="1846871" y="1679"/>
                </a:cubicBezTo>
                <a:cubicBezTo>
                  <a:pt x="2085695" y="1243"/>
                  <a:pt x="2324558" y="2832"/>
                  <a:pt x="2563382" y="11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698C48A6-9055-350D-C058-9F141CC3BC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FCA3D573-0949-8C44-E469-9C20C22F5E49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29516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y now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68A6D1F4-CCB6-4A06-0CA7-E7156BFAE9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19174" y="1764792"/>
            <a:ext cx="10153651" cy="4233672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89EBA3A4-8CF5-8094-737E-8083ADF434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309547CC-1AF8-1AF0-7A6F-2790AAC335EA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2147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minial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5899497A-2AF4-E96A-38A1-D9847D0A284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97978" y="1583798"/>
            <a:ext cx="4474845" cy="4690001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9BF7BEC4-A46D-BA7D-E1DF-BCFBDDC0EA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1F5F04AA-A111-6E3B-49EE-CD1AEB0CE21C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376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49333" decel="50667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es strate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03A37E0D-081F-8D7F-8E31-46AED32503A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343630" y="2239094"/>
            <a:ext cx="3595754" cy="3595754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0F54AFFA-3A97-6354-99EF-1F9437509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7E03C301-25B7-4981-304E-F4937E5D53F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8766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4575CEAF-64EC-4921-BE9D-8B16601BC6B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19175" y="2582930"/>
            <a:ext cx="2126735" cy="2126735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A36DF1E-4BF9-4F1A-9E04-224E43905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76308" y="2582930"/>
            <a:ext cx="2126735" cy="2126735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4FB14DC1-43DE-467F-BBAA-FAF5D32101B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65866" y="2582930"/>
            <a:ext cx="2126735" cy="2126735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09D3D239-C5AA-4DF1-BD02-038D57F230B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046090" y="2582930"/>
            <a:ext cx="2126735" cy="2126735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E08A9010-C025-75E5-4E62-145EE2CB73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587D1B47-C0F9-770E-B736-85E1D5C227AC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accel="50000" decel="50000" autoRev="1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accel="50000" decel="5000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mph" presetSubtype="0" accel="50000" decel="50000" autoRev="1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5" grpId="0" animBg="1"/>
      <p:bldP spid="5" grpId="1" animBg="1"/>
      <p:bldP spid="7" grpId="0" animBg="1"/>
      <p:bldP spid="7" grpId="1" animBg="1"/>
    </p:bldLst>
  </p:timing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 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9FDA89A5-8BF5-3A27-862E-0E827D1DED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19175" y="3033363"/>
            <a:ext cx="3997325" cy="324043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B759CA0D-6ED9-951A-F1D7-5EE1DC82C2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77266DF3-8DD2-0248-1C57-D05D159B30E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0544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9C4CAA58-BC5F-313D-C581-0D3E7673317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9175" y="4771665"/>
            <a:ext cx="2474578" cy="148096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AEAC9B6-191F-3E85-9E9B-0DFA5DFAD7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16252" y="4771665"/>
            <a:ext cx="1592860" cy="148096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FFE354DD-8BF5-0E01-6C78-53135E2D506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332045" y="4771665"/>
            <a:ext cx="1592860" cy="148096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06124599-FFEC-8369-1E81-2E472D2351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22858" y="4771665"/>
            <a:ext cx="2474578" cy="148096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111B0871-BF8B-15EF-CDB8-22452E87F1E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619596" y="4771665"/>
            <a:ext cx="1592860" cy="148096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ADA374E8-8012-318D-7D2F-4B1C03FFB2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572459BD-203B-CF75-AB1D-F8C802AF390C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399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accel="50000" decel="5000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accel="50000" decel="50000" autoRev="1" fill="hold" grpId="1" nodeType="withEffect">
                                  <p:stCondLst>
                                    <p:cond delay="2750"/>
                                  </p:stCondLst>
                                  <p:childTnLs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3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mph" presetSubtype="0" accel="50000" decel="50000" autoRev="1" fill="hold" grpId="1" nodeType="withEffect">
                                  <p:stCondLst>
                                    <p:cond delay="3750"/>
                                  </p:stCondLst>
                                  <p:childTnLs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" presetClass="emph" presetSubtype="0" accel="50000" decel="50000" autoRev="1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Scale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</p:bldLst>
  </p:timing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618F0427-F500-F271-3D28-D2E201F35D4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386970" y="3961908"/>
            <a:ext cx="1693572" cy="172411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6FA13C6C-3911-7D98-FD0C-2BFC5EEA095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44026" y="3961908"/>
            <a:ext cx="1693572" cy="172411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7762471-35B8-F336-1223-D0647DF969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535641" y="3961908"/>
            <a:ext cx="1693572" cy="172411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1BAE8528-34BA-47DB-5B8C-C1842491DEC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7256" y="3961908"/>
            <a:ext cx="1693572" cy="172411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0ABF84BC-865D-C58E-5BE7-1B02309431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AB016D72-7A87-8324-A5F4-99B5828D896C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179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49333" decel="50667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49333" decel="50667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49333" decel="50667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19" dur="10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49333" decel="50667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</p:bldLst>
  </p:timing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16FB43A3-E068-9E56-3623-3E7A709EAAB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84961" y="2680960"/>
            <a:ext cx="3817620" cy="1988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65D4253F-10F0-766E-8566-768608E5B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61583E18-A657-B31A-845E-307FF29FE7A1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831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</p:bldLst>
  </p:timing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D7E91B67-4CC3-BF97-45BA-3E6889F1A05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19175" y="2402448"/>
            <a:ext cx="2477438" cy="3103269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BA541D0B-7D6A-C8F9-C764-0763A472E94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618562" y="2402448"/>
            <a:ext cx="2477438" cy="3103269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A326C72-DB6C-8709-9C22-7E2142DCF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17947" y="2402448"/>
            <a:ext cx="2477438" cy="3103269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94A7F11-3982-A36B-6C1C-26A71CBC5EF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17334" y="2402448"/>
            <a:ext cx="2477438" cy="3103269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49ED8B57-B546-C12D-3228-79249B9AF3B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26944D38-998A-D1E6-18ED-741644327C5A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982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49333" decel="50667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49333" decel="50667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49333" decel="50667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19" dur="10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49333" decel="50667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</p:bldLst>
  </p:timing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C2AB8C9-1F14-FD7C-3F52-0CE3F85552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39C705F2-8C2B-024E-A75F-4F9294ACE6BB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677067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6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0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5688" y="361075"/>
            <a:ext cx="9152697" cy="686342"/>
          </a:xfrm>
          <a:prstGeom prst="rect">
            <a:avLst/>
          </a:prstGeom>
          <a:effectLst/>
        </p:spPr>
        <p:txBody>
          <a:bodyPr vert="horz" lIns="0" tIns="192024" rIns="0" bIns="0" rtlCol="0" anchor="t" anchorCtr="0">
            <a:spAutoFit/>
          </a:bodyPr>
          <a:lstStyle/>
          <a:p>
            <a:r>
              <a:rPr lang="en-US"/>
              <a:t>Title Arial 40pt bold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5688" y="917030"/>
            <a:ext cx="9152698" cy="2511970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US"/>
              <a:t>Write here subtitle</a:t>
            </a:r>
          </a:p>
          <a:p>
            <a:pPr lvl="1"/>
            <a:r>
              <a:rPr lang="en-US"/>
              <a:t>Write here subtitle</a:t>
            </a:r>
          </a:p>
          <a:p>
            <a:pPr lvl="1"/>
            <a:r>
              <a:rPr lang="en-US"/>
              <a:t>Write here subtitle</a:t>
            </a:r>
          </a:p>
          <a:p>
            <a:pPr lvl="2"/>
            <a:r>
              <a:rPr lang="en-US"/>
              <a:t>Write here text</a:t>
            </a:r>
          </a:p>
          <a:p>
            <a:pPr lvl="3"/>
            <a:r>
              <a:rPr lang="en-US"/>
              <a:t>Write here text</a:t>
            </a:r>
          </a:p>
          <a:p>
            <a:pPr lvl="4"/>
            <a:r>
              <a:rPr lang="en-US"/>
              <a:t>Write here text 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2D652A3-53E6-30D5-7969-47AF21B14E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778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4401B-D023-4F57-9292-CE938D09A019}" type="datetimeFigureOut">
              <a:rPr lang="it-IT" smtClean="0"/>
              <a:t>07/11/2025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BCF467C-1305-6CED-67C5-69A0BB459D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16155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882EA759-4426-49D8-48B5-B76AE1D0F6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1321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4A61ED-3058-4137-BB53-862E11FF883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7184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94" r:id="rId1"/>
    <p:sldLayoutId id="2147484195" r:id="rId2"/>
    <p:sldLayoutId id="2147484196" r:id="rId3"/>
    <p:sldLayoutId id="2147484199" r:id="rId4"/>
    <p:sldLayoutId id="2147484200" r:id="rId5"/>
    <p:sldLayoutId id="2147484201" r:id="rId6"/>
    <p:sldLayoutId id="2147484202" r:id="rId7"/>
    <p:sldLayoutId id="2147484203" r:id="rId8"/>
    <p:sldLayoutId id="2147484204" r:id="rId9"/>
    <p:sldLayoutId id="2147484205" r:id="rId10"/>
    <p:sldLayoutId id="2147484206" r:id="rId11"/>
    <p:sldLayoutId id="2147484207" r:id="rId12"/>
    <p:sldLayoutId id="2147484208" r:id="rId13"/>
    <p:sldLayoutId id="2147484209" r:id="rId14"/>
    <p:sldLayoutId id="2147484210" r:id="rId15"/>
    <p:sldLayoutId id="2147484211" r:id="rId16"/>
    <p:sldLayoutId id="2147484212" r:id="rId17"/>
    <p:sldLayoutId id="2147484213" r:id="rId18"/>
    <p:sldLayoutId id="2147484214" r:id="rId19"/>
    <p:sldLayoutId id="2147484215" r:id="rId20"/>
    <p:sldLayoutId id="2147484216" r:id="rId21"/>
    <p:sldLayoutId id="2147484217" r:id="rId22"/>
    <p:sldLayoutId id="2147484218" r:id="rId23"/>
    <p:sldLayoutId id="2147484219" r:id="rId24"/>
    <p:sldLayoutId id="2147484220" r:id="rId25"/>
    <p:sldLayoutId id="2147484221" r:id="rId26"/>
    <p:sldLayoutId id="2147484222" r:id="rId27"/>
    <p:sldLayoutId id="2147484223" r:id="rId28"/>
    <p:sldLayoutId id="2147484224" r:id="rId29"/>
    <p:sldLayoutId id="2147484225" r:id="rId30"/>
    <p:sldLayoutId id="2147484226" r:id="rId31"/>
    <p:sldLayoutId id="2147484227" r:id="rId32"/>
    <p:sldLayoutId id="2147484228" r:id="rId33"/>
    <p:sldLayoutId id="2147484229" r:id="rId34"/>
    <p:sldLayoutId id="2147484230" r:id="rId35"/>
    <p:sldLayoutId id="2147484231" r:id="rId36"/>
    <p:sldLayoutId id="2147484232" r:id="rId37"/>
    <p:sldLayoutId id="2147484233" r:id="rId38"/>
    <p:sldLayoutId id="2147484234" r:id="rId39"/>
    <p:sldLayoutId id="2147484235" r:id="rId40"/>
    <p:sldLayoutId id="2147484236" r:id="rId41"/>
    <p:sldLayoutId id="2147484091" r:id="rId42"/>
    <p:sldLayoutId id="2147484033" r:id="rId43"/>
    <p:sldLayoutId id="2147484076" r:id="rId44"/>
    <p:sldLayoutId id="2147484128" r:id="rId45"/>
    <p:sldLayoutId id="2147484183" r:id="rId46"/>
    <p:sldLayoutId id="2147484123" r:id="rId47"/>
    <p:sldLayoutId id="2147484102" r:id="rId48"/>
    <p:sldLayoutId id="2147484103" r:id="rId49"/>
    <p:sldLayoutId id="2147484145" r:id="rId50"/>
    <p:sldLayoutId id="2147484142" r:id="rId51"/>
    <p:sldLayoutId id="2147484140" r:id="rId52"/>
    <p:sldLayoutId id="2147484141" r:id="rId53"/>
    <p:sldLayoutId id="2147484104" r:id="rId54"/>
    <p:sldLayoutId id="2147484143" r:id="rId55"/>
    <p:sldLayoutId id="2147484147" r:id="rId56"/>
    <p:sldLayoutId id="2147484109" r:id="rId57"/>
    <p:sldLayoutId id="2147484148" r:id="rId58"/>
    <p:sldLayoutId id="2147484100" r:id="rId59"/>
    <p:sldLayoutId id="2147484107" r:id="rId60"/>
    <p:sldLayoutId id="2147484151" r:id="rId61"/>
    <p:sldLayoutId id="2147484150" r:id="rId62"/>
    <p:sldLayoutId id="2147484157" r:id="rId63"/>
    <p:sldLayoutId id="2147484160" r:id="rId64"/>
    <p:sldLayoutId id="2147484154" r:id="rId65"/>
    <p:sldLayoutId id="2147484114" r:id="rId66"/>
    <p:sldLayoutId id="2147484161" r:id="rId67"/>
    <p:sldLayoutId id="2147484162" r:id="rId68"/>
    <p:sldLayoutId id="2147484166" r:id="rId69"/>
    <p:sldLayoutId id="2147484119" r:id="rId70"/>
    <p:sldLayoutId id="2147484167" r:id="rId71"/>
    <p:sldLayoutId id="2147484168" r:id="rId72"/>
    <p:sldLayoutId id="2147484175" r:id="rId73"/>
    <p:sldLayoutId id="2147484169" r:id="rId74"/>
    <p:sldLayoutId id="2147484171" r:id="rId75"/>
    <p:sldLayoutId id="2147484193" r:id="rId76"/>
  </p:sldLayoutIdLst>
  <p:hf hdr="0" ftr="0" dt="0"/>
  <p:txStyles>
    <p:titleStyle>
      <a:lvl1pPr algn="l" defTabSz="914318" rtl="0" eaLnBrk="1" latinLnBrk="0" hangingPunct="1">
        <a:lnSpc>
          <a:spcPct val="80000"/>
        </a:lnSpc>
        <a:spcBef>
          <a:spcPct val="0"/>
        </a:spcBef>
        <a:buNone/>
        <a:defRPr sz="4000" b="1" i="0" kern="1200" spc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</p:titleStyle>
    <p:bodyStyle>
      <a:lvl1pPr marL="0" indent="0" algn="l" defTabSz="914318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0" indent="0" algn="l" defTabSz="914318" rtl="0" eaLnBrk="1" latinLnBrk="0" hangingPunct="1">
        <a:lnSpc>
          <a:spcPct val="150000"/>
        </a:lnSpc>
        <a:spcBef>
          <a:spcPts val="499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318" rtl="0" eaLnBrk="1" latinLnBrk="0" hangingPunct="1">
        <a:lnSpc>
          <a:spcPct val="150000"/>
        </a:lnSpc>
        <a:spcBef>
          <a:spcPts val="499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318" rtl="0" eaLnBrk="1" latinLnBrk="0" hangingPunct="1">
        <a:lnSpc>
          <a:spcPct val="150000"/>
        </a:lnSpc>
        <a:spcBef>
          <a:spcPts val="499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0" indent="0" algn="l" defTabSz="914318" rtl="0" eaLnBrk="1" latinLnBrk="0" hangingPunct="1">
        <a:lnSpc>
          <a:spcPct val="150000"/>
        </a:lnSpc>
        <a:spcBef>
          <a:spcPts val="499"/>
        </a:spcBef>
        <a:buFont typeface="Arial" panose="020B0604020202020204" pitchFamily="34" charset="0"/>
        <a:buNone/>
        <a:defRPr sz="1000" kern="120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374" indent="-228580" algn="l" defTabSz="91431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34" indent="-228580" algn="l" defTabSz="91431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92" indent="-228580" algn="l" defTabSz="91431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50" indent="-228580" algn="l" defTabSz="91431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9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18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78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36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94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53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12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71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pos="3840">
          <p15:clr>
            <a:srgbClr val="F26B43"/>
          </p15:clr>
        </p15:guide>
        <p15:guide id="1" orient="horz" pos="2160">
          <p15:clr>
            <a:srgbClr val="F26B43"/>
          </p15:clr>
        </p15:guide>
        <p15:guide id="14" orient="horz" pos="346">
          <p15:clr>
            <a:srgbClr val="F26B43"/>
          </p15:clr>
        </p15:guide>
        <p15:guide id="27" orient="horz" pos="3952">
          <p15:clr>
            <a:srgbClr val="F26B43"/>
          </p15:clr>
        </p15:guide>
        <p15:guide id="28" pos="665" userDrawn="1">
          <p15:clr>
            <a:srgbClr val="F26B43"/>
          </p15:clr>
        </p15:guide>
        <p15:guide id="29" pos="7038">
          <p15:clr>
            <a:srgbClr val="F26B43"/>
          </p15:clr>
        </p15:guide>
        <p15:guide id="44">
          <p15:clr>
            <a:srgbClr val="F26B43"/>
          </p15:clr>
        </p15:guide>
        <p15:guide id="45" pos="7680">
          <p15:clr>
            <a:srgbClr val="F26B43"/>
          </p15:clr>
        </p15:guide>
        <p15:guide id="46" orient="horz">
          <p15:clr>
            <a:srgbClr val="F26B43"/>
          </p15:clr>
        </p15:guide>
        <p15:guide id="47" orient="horz" pos="4320">
          <p15:clr>
            <a:srgbClr val="F26B43"/>
          </p15:clr>
        </p15:guide>
        <p15:guide id="51" orient="horz" pos="70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8FD08D-2397-F81B-2858-405649D1D9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/>
              <a:t>Entity</a:t>
            </a:r>
            <a:r>
              <a:rPr lang="it-IT" dirty="0"/>
              <a:t> Framework </a:t>
            </a:r>
            <a:r>
              <a:rPr lang="it-IT" dirty="0" err="1"/>
              <a:t>Tips&amp;Tricks</a:t>
            </a:r>
            <a:r>
              <a:rPr lang="it-IT" dirty="0"/>
              <a:t> 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D2ED62B-2029-E791-B170-8209C58F38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t-IT" dirty="0"/>
              <a:t>Lorenzo Tullini</a:t>
            </a:r>
          </a:p>
        </p:txBody>
      </p:sp>
    </p:spTree>
    <p:extLst>
      <p:ext uri="{BB962C8B-B14F-4D97-AF65-F5344CB8AC3E}">
        <p14:creationId xmlns:p14="http://schemas.microsoft.com/office/powerpoint/2010/main" val="163858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16B6CE-3B79-D28B-463D-D5E4F5C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2E2167-7137-0663-A5CD-88D4B73283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1500" y="1430493"/>
            <a:ext cx="5524500" cy="333756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it-IT" dirty="0"/>
              <a:t>Introduzione e Concetti Base</a:t>
            </a:r>
          </a:p>
          <a:p>
            <a:pPr marL="457200" indent="-457200">
              <a:buFont typeface="+mj-lt"/>
              <a:buAutoNum type="arabicPeriod"/>
            </a:pPr>
            <a:r>
              <a:rPr lang="it-IT" dirty="0"/>
              <a:t>Code First e </a:t>
            </a:r>
            <a:r>
              <a:rPr lang="it-IT" dirty="0" err="1"/>
              <a:t>DbContext</a:t>
            </a:r>
            <a:endParaRPr lang="it-IT" dirty="0"/>
          </a:p>
          <a:p>
            <a:pPr marL="457200" indent="-457200">
              <a:buFont typeface="+mj-lt"/>
              <a:buAutoNum type="arabicPeriod"/>
            </a:pPr>
            <a:r>
              <a:rPr lang="it-IT" dirty="0" err="1"/>
              <a:t>Migrations</a:t>
            </a:r>
            <a:r>
              <a:rPr lang="it-IT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it-IT" dirty="0"/>
              <a:t>Query e Operazioni CRUD</a:t>
            </a:r>
          </a:p>
          <a:p>
            <a:pPr marL="457200" indent="-457200">
              <a:buFont typeface="+mj-lt"/>
              <a:buAutoNum type="arabicPeriod"/>
            </a:pPr>
            <a:r>
              <a:rPr lang="it-IT" dirty="0" err="1"/>
              <a:t>HandsOn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0870E47-1714-9D9C-6839-C48FB33719E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4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A157-E7E8-7761-57E5-FEF8744A8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7BFC3C-7C46-F1E6-49D4-E1F7EC30C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9611" y="2985065"/>
            <a:ext cx="9272778" cy="887869"/>
          </a:xfrm>
        </p:spPr>
        <p:txBody>
          <a:bodyPr/>
          <a:lstStyle/>
          <a:p>
            <a:pPr marL="457200" indent="-457200" algn="ctr">
              <a:buFont typeface="+mj-lt"/>
              <a:buAutoNum type="arabicPeriod"/>
            </a:pPr>
            <a:r>
              <a:rPr lang="it-IT" sz="4800" dirty="0"/>
              <a:t> Introduzione e Concetti Base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26D79A-404E-7FAC-1E91-749D1DC95C6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0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F55A-6F71-5966-0F2E-D2FE6D61F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0A0D0AD-84B8-95A3-977A-21F35B808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4</a:t>
            </a:fld>
            <a:endParaRPr lang="en-US"/>
          </a:p>
        </p:txBody>
      </p:sp>
      <p:pic>
        <p:nvPicPr>
          <p:cNvPr id="1028" name="Picture 4" descr="Entity Framework Core">
            <a:extLst>
              <a:ext uri="{FF2B5EF4-FFF2-40B4-BE49-F238E27FC236}">
                <a16:creationId xmlns:a16="http://schemas.microsoft.com/office/drawing/2014/main" id="{24C85CB8-892E-2343-E079-ABE59923D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1680" y="2111943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17401D12-38E6-AD81-B425-0289789EE99E}"/>
              </a:ext>
            </a:extLst>
          </p:cNvPr>
          <p:cNvSpPr txBox="1"/>
          <p:nvPr/>
        </p:nvSpPr>
        <p:spPr>
          <a:xfrm>
            <a:off x="5284269" y="2300438"/>
            <a:ext cx="2290813" cy="1771048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BD7F9ED-0934-0F07-7891-27ABBB320A52}"/>
              </a:ext>
            </a:extLst>
          </p:cNvPr>
          <p:cNvSpPr txBox="1"/>
          <p:nvPr/>
        </p:nvSpPr>
        <p:spPr>
          <a:xfrm>
            <a:off x="5428648" y="2464067"/>
            <a:ext cx="2133600" cy="1781476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3DC15AB-6083-894B-0108-4BE8DFAB89F8}"/>
              </a:ext>
            </a:extLst>
          </p:cNvPr>
          <p:cNvSpPr txBox="1"/>
          <p:nvPr/>
        </p:nvSpPr>
        <p:spPr>
          <a:xfrm>
            <a:off x="5765531" y="2223436"/>
            <a:ext cx="276028" cy="594078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sz="9600" dirty="0">
                <a:latin typeface="Mathilde" panose="03050500000000020004" pitchFamily="66" charset="0"/>
              </a:rPr>
              <a:t>=</a:t>
            </a:r>
          </a:p>
        </p:txBody>
      </p:sp>
      <p:pic>
        <p:nvPicPr>
          <p:cNvPr id="1030" name="Picture 6" descr="Gioconda - Wikipedia">
            <a:extLst>
              <a:ext uri="{FF2B5EF4-FFF2-40B4-BE49-F238E27FC236}">
                <a16:creationId xmlns:a16="http://schemas.microsoft.com/office/drawing/2014/main" id="{FD41EB15-AE02-2442-CE65-9FABA4267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6344" y="1760818"/>
            <a:ext cx="1912068" cy="2850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6884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E8B02C8-E9DD-FEB7-83F7-AFA304EA5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191123"/>
            <a:ext cx="4530852" cy="759853"/>
          </a:xfrm>
        </p:spPr>
        <p:txBody>
          <a:bodyPr/>
          <a:lstStyle/>
          <a:p>
            <a:r>
              <a:rPr lang="it-IT" sz="4000" dirty="0" err="1"/>
              <a:t>Entity</a:t>
            </a:r>
            <a:r>
              <a:rPr lang="it-IT" sz="4000" dirty="0"/>
              <a:t> Framework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82C3BE-9936-E301-AF99-F4C3455EAD5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1500" y="1101309"/>
            <a:ext cx="10319004" cy="255629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800" dirty="0"/>
              <a:t>ORM (Object-Relation Mapper)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800" dirty="0"/>
              <a:t>Permette di lavorare con il database usando oggetti C# invece di SQL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800" dirty="0"/>
              <a:t>Traduce il mondo degli oggetti e il mondo relazionale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800" dirty="0"/>
              <a:t>Gestisce automaticamente la connessione al database, query e tracking delle modifiche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DF108BF-C237-D2B8-56C9-F98393A32C2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5</a:t>
            </a:fld>
            <a:endParaRPr lang="en-US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6EC3661-29EF-7548-2983-ACF25C3A52BC}"/>
              </a:ext>
            </a:extLst>
          </p:cNvPr>
          <p:cNvSpPr txBox="1"/>
          <p:nvPr/>
        </p:nvSpPr>
        <p:spPr>
          <a:xfrm>
            <a:off x="905256" y="3931920"/>
            <a:ext cx="10149840" cy="2331720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4FFECEF-6242-3161-2C8B-0805895BE14F}"/>
              </a:ext>
            </a:extLst>
          </p:cNvPr>
          <p:cNvSpPr txBox="1"/>
          <p:nvPr/>
        </p:nvSpPr>
        <p:spPr>
          <a:xfrm>
            <a:off x="571500" y="3657601"/>
            <a:ext cx="10715244" cy="2478023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32DF58A-8D94-0B62-497F-6FE0BD089833}"/>
              </a:ext>
            </a:extLst>
          </p:cNvPr>
          <p:cNvSpPr txBox="1"/>
          <p:nvPr/>
        </p:nvSpPr>
        <p:spPr>
          <a:xfrm>
            <a:off x="571500" y="3657601"/>
            <a:ext cx="11257788" cy="2585323"/>
          </a:xfrm>
          <a:prstGeom prst="rect">
            <a:avLst/>
          </a:prstGeom>
          <a:solidFill>
            <a:schemeClr val="accent4">
              <a:lumMod val="50000"/>
            </a:schemeClr>
          </a:solidFill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it-IT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// Senza EF - ADO.NET</a:t>
            </a:r>
            <a:r>
              <a:rPr lang="it-IT" dirty="0">
                <a:latin typeface="Consolas" panose="020B0609020204030204" pitchFamily="49" charset="0"/>
              </a:rPr>
              <a:t> </a:t>
            </a:r>
          </a:p>
          <a:p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chemeClr val="bg1"/>
                </a:solidFill>
                <a:latin typeface="Consolas" panose="020B0609020204030204" pitchFamily="49" charset="0"/>
              </a:rPr>
              <a:t>connection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SqlConnection</a:t>
            </a:r>
            <a:r>
              <a:rPr lang="it-IT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connectionString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command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SqlCommand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"SELECT * FROM Products WHERE Price &gt; @price"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dirty="0">
                <a:solidFill>
                  <a:schemeClr val="bg1"/>
                </a:solidFill>
                <a:latin typeface="Consolas" panose="020B0609020204030204" pitchFamily="49" charset="0"/>
              </a:rPr>
              <a:t>connection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command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Parameters</a:t>
            </a:r>
            <a:r>
              <a:rPr lang="it-IT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AddWithValue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"@price"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connection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chemeClr val="bg1"/>
                </a:solidFill>
                <a:latin typeface="Consolas" panose="020B0609020204030204" pitchFamily="49" charset="0"/>
              </a:rPr>
              <a:t>reader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command</a:t>
            </a:r>
            <a:r>
              <a:rPr lang="it-IT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ExecuteReader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it-IT" i="1" dirty="0">
              <a:solidFill>
                <a:srgbClr val="ABB2BF"/>
              </a:solidFill>
              <a:latin typeface="Consolas" panose="020B0609020204030204" pitchFamily="49" charset="0"/>
            </a:endParaRPr>
          </a:p>
          <a:p>
            <a:r>
              <a:rPr lang="it-IT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// Con EF</a:t>
            </a:r>
          </a:p>
          <a:p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expensiveProducts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context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Products</a:t>
            </a:r>
            <a:r>
              <a:rPr lang="it-IT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dirty="0">
                <a:solidFill>
                  <a:schemeClr val="bg1"/>
                </a:solidFill>
                <a:latin typeface="Consolas" panose="020B0609020204030204" pitchFamily="49" charset="0"/>
              </a:rPr>
              <a:t>p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p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Price</a:t>
            </a:r>
            <a:r>
              <a:rPr lang="it-IT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it-IT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();</a:t>
            </a:r>
            <a:endParaRPr lang="it-IT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862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653C52-32F4-7FE3-D4A9-59ECEBE94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1760220" cy="900683"/>
          </a:xfrm>
        </p:spPr>
        <p:txBody>
          <a:bodyPr/>
          <a:lstStyle/>
          <a:p>
            <a:r>
              <a:rPr lang="it-IT" dirty="0"/>
              <a:t>ORM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B076369-1DB9-BC10-CC76-89F7571C5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2084" y="1472184"/>
            <a:ext cx="5423916" cy="4745736"/>
          </a:xfrm>
        </p:spPr>
        <p:txBody>
          <a:bodyPr/>
          <a:lstStyle/>
          <a:p>
            <a:r>
              <a:rPr lang="it-IT" dirty="0"/>
              <a:t>👍 </a:t>
            </a:r>
            <a:r>
              <a:rPr lang="it-IT" b="1" dirty="0">
                <a:solidFill>
                  <a:srgbClr val="00B050"/>
                </a:solidFill>
              </a:rPr>
              <a:t>Pro</a:t>
            </a:r>
            <a:r>
              <a:rPr lang="it-IT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Meno codice </a:t>
            </a:r>
            <a:r>
              <a:rPr lang="it-IT" sz="1600" dirty="0" err="1"/>
              <a:t>boilerplate</a:t>
            </a:r>
            <a:endParaRPr lang="it-IT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Niente SQL più logica di </a:t>
            </a:r>
            <a:r>
              <a:rPr lang="it-IT" sz="1600" dirty="0" err="1"/>
              <a:t>busines</a:t>
            </a:r>
            <a:endParaRPr lang="it-IT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Errori a compile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Supporto alla multi tecnologia DB (quasi) automatico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Ottimizzazioni integrata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8A1C786-DFC1-98F9-0FA5-8B7745093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6</a:t>
            </a:fld>
            <a:endParaRPr lang="en-US"/>
          </a:p>
        </p:txBody>
      </p: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2009A89C-1565-7B76-DC32-855E0906AA47}"/>
              </a:ext>
            </a:extLst>
          </p:cNvPr>
          <p:cNvSpPr txBox="1">
            <a:spLocks/>
          </p:cNvSpPr>
          <p:nvPr/>
        </p:nvSpPr>
        <p:spPr>
          <a:xfrm>
            <a:off x="6521196" y="1472184"/>
            <a:ext cx="5423916" cy="474573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318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/>
              <a:t>👎 </a:t>
            </a:r>
            <a:r>
              <a:rPr lang="it-IT" sz="1800" b="1" dirty="0">
                <a:solidFill>
                  <a:schemeClr val="accent2"/>
                </a:solidFill>
              </a:rPr>
              <a:t>Contro</a:t>
            </a:r>
            <a:r>
              <a:rPr lang="it-IT" sz="18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Query complesse meno ottimizzate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Overhead nel tracking delle entità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Rischio di accessi a DB inutili se non si strutturano bene le query a codice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Meno supporto a tecnologie specifiche (es </a:t>
            </a:r>
            <a:r>
              <a:rPr lang="it-IT" sz="1600" dirty="0" err="1"/>
              <a:t>stored</a:t>
            </a:r>
            <a:r>
              <a:rPr lang="it-IT" sz="1600" dirty="0"/>
              <a:t> procedure)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2804460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92CD6-28E6-4780-C5EF-AEFEF7A38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6856A5-BF4A-B4A7-3DEC-01B94B80F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11013948" cy="900683"/>
          </a:xfrm>
        </p:spPr>
        <p:txBody>
          <a:bodyPr>
            <a:normAutofit/>
          </a:bodyPr>
          <a:lstStyle/>
          <a:p>
            <a:r>
              <a:rPr lang="it-IT" dirty="0"/>
              <a:t>ORM: quando si e quando no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D97D47C-C84F-118B-C3A5-CFC710822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2084" y="1472184"/>
            <a:ext cx="5423916" cy="2478024"/>
          </a:xfrm>
        </p:spPr>
        <p:txBody>
          <a:bodyPr/>
          <a:lstStyle/>
          <a:p>
            <a:r>
              <a:rPr lang="it-IT" dirty="0"/>
              <a:t>👍 </a:t>
            </a:r>
            <a:r>
              <a:rPr lang="it-IT" b="1" dirty="0">
                <a:solidFill>
                  <a:srgbClr val="00B050"/>
                </a:solidFill>
              </a:rPr>
              <a:t>Si</a:t>
            </a:r>
            <a:r>
              <a:rPr lang="it-IT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Modello DB complesso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Applicazioni CRUD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Applicazioni Domain-Drive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Supporto a più tecnologie Database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ACB4506-A801-4D8F-A10E-719DDDBEF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D9A6580D-BA66-00A8-2C81-3A30144EBB89}"/>
              </a:ext>
            </a:extLst>
          </p:cNvPr>
          <p:cNvSpPr txBox="1">
            <a:spLocks/>
          </p:cNvSpPr>
          <p:nvPr/>
        </p:nvSpPr>
        <p:spPr>
          <a:xfrm>
            <a:off x="6521196" y="1472184"/>
            <a:ext cx="5423916" cy="247802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318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/>
              <a:t>👎 </a:t>
            </a:r>
            <a:r>
              <a:rPr lang="it-IT" sz="1800" b="1" dirty="0">
                <a:solidFill>
                  <a:schemeClr val="accent2"/>
                </a:solidFill>
              </a:rPr>
              <a:t>No</a:t>
            </a:r>
            <a:r>
              <a:rPr lang="it-IT" sz="18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Operazioni Bulk su milioni/miliardi di record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Query complesse es. CTE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Applicazioni fortemente dipendenti dalle performance di query complesse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7926676-CE9B-D534-B144-DC6FFDBE4743}"/>
              </a:ext>
            </a:extLst>
          </p:cNvPr>
          <p:cNvSpPr txBox="1"/>
          <p:nvPr/>
        </p:nvSpPr>
        <p:spPr>
          <a:xfrm>
            <a:off x="768096" y="4325112"/>
            <a:ext cx="10552176" cy="969264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43DAD0F-A6E4-F4BE-BCD3-ACFAB2B5191E}"/>
              </a:ext>
            </a:extLst>
          </p:cNvPr>
          <p:cNvSpPr txBox="1"/>
          <p:nvPr/>
        </p:nvSpPr>
        <p:spPr>
          <a:xfrm>
            <a:off x="768096" y="4119371"/>
            <a:ext cx="10817352" cy="731520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dirty="0">
                <a:latin typeface="Mathilde" panose="03050500000000020004" pitchFamily="66" charset="0"/>
              </a:rPr>
              <a:t>Per questi motivi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Framework implementa metodi che permettono di implementare approcci ibridi ex. </a:t>
            </a:r>
            <a:r>
              <a:rPr lang="it-IT" dirty="0" err="1">
                <a:latin typeface="Mathilde" panose="03050500000000020004" pitchFamily="66" charset="0"/>
              </a:rPr>
              <a:t>ExecuteRawQuery</a:t>
            </a:r>
            <a:endParaRPr lang="it-IT" dirty="0">
              <a:latin typeface="Mathilde" panose="030505000000000200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3380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9E6C-8041-C732-1F36-E9B24AA79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8D1675-AD61-954D-EA69-8F25AA01E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9611" y="2985065"/>
            <a:ext cx="9272778" cy="887869"/>
          </a:xfrm>
        </p:spPr>
        <p:txBody>
          <a:bodyPr/>
          <a:lstStyle/>
          <a:p>
            <a:pPr algn="ctr"/>
            <a:r>
              <a:rPr lang="it-IT" sz="4800" dirty="0"/>
              <a:t>2. Code First e </a:t>
            </a:r>
            <a:r>
              <a:rPr lang="it-IT" sz="4800" dirty="0" err="1"/>
              <a:t>DbContext</a:t>
            </a:r>
            <a:endParaRPr lang="it-IT" sz="4800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170BBA5-C841-A3A4-6E00-1EDCA1BA43F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923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28876-6E97-9025-57A8-C3794C9F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E4845-12D1-B0B1-B888-47EF4B01A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11013948" cy="900683"/>
          </a:xfrm>
        </p:spPr>
        <p:txBody>
          <a:bodyPr>
            <a:normAutofit/>
          </a:bodyPr>
          <a:lstStyle/>
          <a:p>
            <a:r>
              <a:rPr lang="it-IT" dirty="0"/>
              <a:t>Approcci di sviluppo: DB First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E848C72-B5BA-23B4-ACAF-1D928D727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9</a:t>
            </a:fld>
            <a:endParaRPr lang="en-US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C21694E-73EF-7F8A-4ABD-E2608567110A}"/>
              </a:ext>
            </a:extLst>
          </p:cNvPr>
          <p:cNvSpPr txBox="1"/>
          <p:nvPr/>
        </p:nvSpPr>
        <p:spPr>
          <a:xfrm>
            <a:off x="768096" y="4325112"/>
            <a:ext cx="10552176" cy="969264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4ED88F9-4A89-F23B-ABB6-7005574B4CC5}"/>
              </a:ext>
            </a:extLst>
          </p:cNvPr>
          <p:cNvSpPr txBox="1"/>
          <p:nvPr/>
        </p:nvSpPr>
        <p:spPr>
          <a:xfrm>
            <a:off x="635508" y="1517269"/>
            <a:ext cx="10817352" cy="4769230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dirty="0">
                <a:latin typeface="Mathilde" panose="03050500000000020004" pitchFamily="66" charset="0"/>
              </a:rPr>
              <a:t>Il modello database viene definito a livello DB con un progetto SQL specificando le varie query di create.</a:t>
            </a:r>
          </a:p>
          <a:p>
            <a:pPr algn="l"/>
            <a:r>
              <a:rPr lang="it-IT" dirty="0">
                <a:latin typeface="Mathilde" panose="03050500000000020004" pitchFamily="66" charset="0"/>
              </a:rPr>
              <a:t> </a:t>
            </a:r>
          </a:p>
          <a:p>
            <a:pPr algn="l"/>
            <a:r>
              <a:rPr lang="it-IT" b="1" dirty="0">
                <a:solidFill>
                  <a:srgbClr val="00B050"/>
                </a:solidFill>
                <a:latin typeface="Mathilde" panose="03050500000000020004" pitchFamily="66" charset="0"/>
              </a:rPr>
              <a:t>Vantaggi</a:t>
            </a:r>
            <a:r>
              <a:rPr lang="it-IT" dirty="0">
                <a:latin typeface="Mathilde" panose="03050500000000020004" pitchFamily="66" charset="0"/>
              </a:rPr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Permette di integrare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Framework con Database legacy complessi, troppo costosi da riscrivere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Permette al DBA di ottimizzare al massimo la struttura del database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algn="l"/>
            <a:r>
              <a:rPr lang="it-IT" b="1" dirty="0">
                <a:solidFill>
                  <a:schemeClr val="accent2"/>
                </a:solidFill>
                <a:latin typeface="Mathilde" panose="03050500000000020004" pitchFamily="66" charset="0"/>
              </a:rPr>
              <a:t>Svantaggi</a:t>
            </a:r>
            <a:r>
              <a:rPr lang="it-IT" dirty="0">
                <a:latin typeface="Mathilde" panose="03050500000000020004" pitchFamily="66" charset="0"/>
              </a:rPr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Meno controllo a livello di codice C#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Minor supporto alla multi tecnologia DB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Niente generazione automatica del DB</a:t>
            </a:r>
          </a:p>
          <a:p>
            <a:pPr algn="l"/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1B0DD91-2D27-95AB-AE86-52F1D706AB4C}"/>
              </a:ext>
            </a:extLst>
          </p:cNvPr>
          <p:cNvSpPr txBox="1"/>
          <p:nvPr/>
        </p:nvSpPr>
        <p:spPr>
          <a:xfrm>
            <a:off x="635508" y="5421105"/>
            <a:ext cx="11160252" cy="369332"/>
          </a:xfrm>
          <a:prstGeom prst="rect">
            <a:avLst/>
          </a:prstGeom>
          <a:solidFill>
            <a:schemeClr val="accent4">
              <a:lumMod val="50000"/>
            </a:schemeClr>
          </a:solidFill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l" rtl="0" latinLnBrk="0">
              <a:buNone/>
            </a:pP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dotnet</a:t>
            </a:r>
            <a:r>
              <a:rPr lang="it-IT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ef</a:t>
            </a:r>
            <a:r>
              <a:rPr lang="it-IT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dbcontext</a:t>
            </a:r>
            <a:r>
              <a:rPr lang="it-IT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scaffold </a:t>
            </a:r>
            <a:r>
              <a:rPr lang="it-IT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it-IT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ConnectionString</a:t>
            </a:r>
            <a:r>
              <a:rPr lang="it-IT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Npgsql.EntityFrameworkCore.PostgreSQL</a:t>
            </a:r>
            <a:endParaRPr lang="it-IT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9207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1B7F4-5A09-9CEF-0F1F-680FC0ABB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01CE3-71FF-E203-B99B-1E01DEEF4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11013948" cy="900683"/>
          </a:xfrm>
        </p:spPr>
        <p:txBody>
          <a:bodyPr>
            <a:normAutofit/>
          </a:bodyPr>
          <a:lstStyle/>
          <a:p>
            <a:r>
              <a:rPr lang="it-IT" dirty="0"/>
              <a:t>Approcci di sviluppo: Code First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CCE9ED-1E69-5919-F26E-E908AB794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10</a:t>
            </a:fld>
            <a:endParaRPr lang="en-US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9C189B8-B620-4FE5-AA4D-22F6EEB72242}"/>
              </a:ext>
            </a:extLst>
          </p:cNvPr>
          <p:cNvSpPr txBox="1"/>
          <p:nvPr/>
        </p:nvSpPr>
        <p:spPr>
          <a:xfrm>
            <a:off x="768096" y="4325112"/>
            <a:ext cx="10552176" cy="969264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5BE85BB-A065-6AFC-4C64-984252F30122}"/>
              </a:ext>
            </a:extLst>
          </p:cNvPr>
          <p:cNvSpPr txBox="1"/>
          <p:nvPr/>
        </p:nvSpPr>
        <p:spPr>
          <a:xfrm>
            <a:off x="635508" y="1517269"/>
            <a:ext cx="10817352" cy="4769230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dirty="0">
                <a:latin typeface="Mathilde" panose="03050500000000020004" pitchFamily="66" charset="0"/>
              </a:rPr>
              <a:t>Il modello </a:t>
            </a:r>
            <a:r>
              <a:rPr lang="it-IT" dirty="0" err="1">
                <a:latin typeface="Mathilde" panose="03050500000000020004" pitchFamily="66" charset="0"/>
              </a:rPr>
              <a:t>db</a:t>
            </a:r>
            <a:r>
              <a:rPr lang="it-IT" dirty="0">
                <a:latin typeface="Mathilde" panose="03050500000000020004" pitchFamily="66" charset="0"/>
              </a:rPr>
              <a:t> viene definito con classi C#,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Framework si occupa della conversione in query SQL per creare le tabelle di persistenza </a:t>
            </a:r>
          </a:p>
          <a:p>
            <a:pPr algn="l"/>
            <a:r>
              <a:rPr lang="it-IT" dirty="0">
                <a:latin typeface="Mathilde" panose="03050500000000020004" pitchFamily="66" charset="0"/>
              </a:rPr>
              <a:t> </a:t>
            </a:r>
          </a:p>
          <a:p>
            <a:pPr algn="l"/>
            <a:r>
              <a:rPr lang="it-IT" b="1" dirty="0">
                <a:solidFill>
                  <a:srgbClr val="00B050"/>
                </a:solidFill>
                <a:latin typeface="Mathilde" panose="03050500000000020004" pitchFamily="66" charset="0"/>
              </a:rPr>
              <a:t>Vantaggi</a:t>
            </a:r>
            <a:r>
              <a:rPr lang="it-IT" dirty="0">
                <a:latin typeface="Mathilde" panose="03050500000000020004" pitchFamily="66" charset="0"/>
              </a:rPr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Controllo totale del modello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Possibilità di sfruttare le potenzialità di astrazione di C#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Possibilità di sfruttare i pattern architetturali dei linguaggi OO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Maggiore testabilità del modello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algn="l"/>
            <a:r>
              <a:rPr lang="it-IT" b="1" dirty="0">
                <a:solidFill>
                  <a:schemeClr val="accent2"/>
                </a:solidFill>
                <a:latin typeface="Mathilde" panose="03050500000000020004" pitchFamily="66" charset="0"/>
              </a:rPr>
              <a:t>Svantaggi</a:t>
            </a:r>
            <a:r>
              <a:rPr lang="it-IT" dirty="0">
                <a:latin typeface="Mathilde" panose="03050500000000020004" pitchFamily="66" charset="0"/>
              </a:rPr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Aggiunge uno strato di complessità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Difficilmente applicabile su DB legacy complessi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algn="l"/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0009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A05D2-39E3-BF5B-575B-895EB851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D9EAF2-0DFE-C0B9-98FE-C07651384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210" y="577972"/>
            <a:ext cx="11013948" cy="900683"/>
          </a:xfrm>
        </p:spPr>
        <p:txBody>
          <a:bodyPr>
            <a:normAutofit/>
          </a:bodyPr>
          <a:lstStyle/>
          <a:p>
            <a:r>
              <a:rPr lang="it-IT" dirty="0" err="1"/>
              <a:t>DbContext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6426090-A99D-A3D1-F58B-61B5C4090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11</a:t>
            </a:fld>
            <a:endParaRPr lang="en-US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BF4F585-9F8A-8613-638C-F2B178954E85}"/>
              </a:ext>
            </a:extLst>
          </p:cNvPr>
          <p:cNvSpPr txBox="1"/>
          <p:nvPr/>
        </p:nvSpPr>
        <p:spPr>
          <a:xfrm>
            <a:off x="768096" y="4325112"/>
            <a:ext cx="10552176" cy="969264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93F46CB-8E0D-07A1-A243-355F7D0932CD}"/>
              </a:ext>
            </a:extLst>
          </p:cNvPr>
          <p:cNvSpPr txBox="1"/>
          <p:nvPr/>
        </p:nvSpPr>
        <p:spPr>
          <a:xfrm>
            <a:off x="635508" y="1517269"/>
            <a:ext cx="4732020" cy="4769230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dirty="0">
                <a:latin typeface="Mathilde" panose="03050500000000020004" pitchFamily="66" charset="0"/>
              </a:rPr>
              <a:t>La classe </a:t>
            </a:r>
            <a:r>
              <a:rPr lang="it-IT" dirty="0" err="1">
                <a:latin typeface="Mathilde" panose="03050500000000020004" pitchFamily="66" charset="0"/>
              </a:rPr>
              <a:t>DbContext</a:t>
            </a:r>
            <a:r>
              <a:rPr lang="it-IT" dirty="0">
                <a:latin typeface="Mathilde" panose="03050500000000020004" pitchFamily="66" charset="0"/>
              </a:rPr>
              <a:t> è il cuore di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Framework, gestisce:</a:t>
            </a:r>
          </a:p>
          <a:p>
            <a:pPr algn="l"/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Ciclo di vita degli accessi al DB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Set di oggetti che mappano le tabelle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Tracking delle entità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Configurazioni delle entità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Chiusura delle connessioni</a:t>
            </a:r>
          </a:p>
          <a:p>
            <a:pPr algn="l"/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25338C7-A598-E501-A7FC-F49CE9C1C9F2}"/>
              </a:ext>
            </a:extLst>
          </p:cNvPr>
          <p:cNvSpPr txBox="1"/>
          <p:nvPr/>
        </p:nvSpPr>
        <p:spPr>
          <a:xfrm>
            <a:off x="5715000" y="1534922"/>
            <a:ext cx="6226127" cy="2677656"/>
          </a:xfrm>
          <a:prstGeom prst="rect">
            <a:avLst/>
          </a:prstGeom>
          <a:solidFill>
            <a:schemeClr val="accent4">
              <a:lumMod val="50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AppDbContext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DbContext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400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	// </a:t>
            </a:r>
            <a:r>
              <a:rPr lang="it-IT" sz="1400" i="1" dirty="0" err="1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DbSet</a:t>
            </a:r>
            <a:r>
              <a:rPr lang="it-IT" sz="1400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 = "tabelle" del database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	public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DbSet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it-IT" sz="140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chemeClr val="bg1"/>
                </a:solidFill>
                <a:latin typeface="Consolas" panose="020B0609020204030204" pitchFamily="49" charset="0"/>
              </a:rPr>
              <a:t>Products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	public</a:t>
            </a:r>
            <a:r>
              <a:rPr lang="it-IT" sz="1400" dirty="0">
                <a:solidFill>
                  <a:srgbClr val="C678DD"/>
                </a:solidFill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DbSet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it-IT" sz="140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Category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Categories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	public</a:t>
            </a:r>
            <a:r>
              <a:rPr lang="it-IT" sz="1400" dirty="0">
                <a:solidFill>
                  <a:srgbClr val="C678DD"/>
                </a:solidFill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DbSet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it-IT" sz="140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Orders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it-IT" sz="140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	public </a:t>
            </a:r>
            <a:r>
              <a:rPr lang="it-IT" sz="140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AppDbContext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DbContextOptions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AppDbContext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latin typeface="Consolas" panose="020B0609020204030204" pitchFamily="49" charset="0"/>
              </a:rPr>
              <a:t>( 	</a:t>
            </a:r>
            <a:r>
              <a:rPr lang="it-IT" sz="1400" dirty="0">
                <a:solidFill>
                  <a:schemeClr val="bg1"/>
                </a:solidFill>
                <a:latin typeface="Consolas" panose="020B0609020204030204" pitchFamily="49" charset="0"/>
              </a:rPr>
              <a:t>options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sz="1400" dirty="0">
                <a:solidFill>
                  <a:schemeClr val="bg1"/>
                </a:solidFill>
                <a:latin typeface="Consolas" panose="020B0609020204030204" pitchFamily="49" charset="0"/>
              </a:rPr>
              <a:t>options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it-IT" sz="1400" dirty="0">
              <a:solidFill>
                <a:srgbClr val="ABB2BF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OnModelCreating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ModelBuilder</a:t>
            </a:r>
            <a:r>
              <a:rPr lang="it-IT" sz="1400" dirty="0">
                <a:latin typeface="Consolas" panose="020B0609020204030204" pitchFamily="49" charset="0"/>
              </a:rPr>
              <a:t> 	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modelBuilder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{}</a:t>
            </a:r>
          </a:p>
          <a:p>
            <a:r>
              <a:rPr lang="it-IT" sz="1400" dirty="0">
                <a:solidFill>
                  <a:srgbClr val="ABB2BF"/>
                </a:solidFill>
                <a:latin typeface="Consolas" panose="020B0609020204030204" pitchFamily="49" charset="0"/>
              </a:rPr>
              <a:t>}</a:t>
            </a:r>
            <a:endParaRPr lang="it-IT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1857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A6FF-810B-6B9E-2F7B-F0B64F2BB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1DFD30-3311-7CCF-C34B-9EE4E2A6A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210" y="577972"/>
            <a:ext cx="11013948" cy="900683"/>
          </a:xfrm>
        </p:spPr>
        <p:txBody>
          <a:bodyPr>
            <a:normAutofit/>
          </a:bodyPr>
          <a:lstStyle/>
          <a:p>
            <a:r>
              <a:rPr lang="it-IT" dirty="0"/>
              <a:t>Classi </a:t>
            </a:r>
            <a:r>
              <a:rPr lang="it-IT" dirty="0" err="1"/>
              <a:t>Entity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909057-FA29-9F43-6CA9-17C032E4E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12</a:t>
            </a:fld>
            <a:endParaRPr lang="en-US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07DE2B-2F4A-4F62-C32D-3A4C7FBF55BD}"/>
              </a:ext>
            </a:extLst>
          </p:cNvPr>
          <p:cNvSpPr txBox="1"/>
          <p:nvPr/>
        </p:nvSpPr>
        <p:spPr>
          <a:xfrm>
            <a:off x="768096" y="4325112"/>
            <a:ext cx="10552176" cy="969264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4E3B64E-1371-5519-BD04-0B494ACD8650}"/>
              </a:ext>
            </a:extLst>
          </p:cNvPr>
          <p:cNvSpPr txBox="1"/>
          <p:nvPr/>
        </p:nvSpPr>
        <p:spPr>
          <a:xfrm>
            <a:off x="635508" y="1517269"/>
            <a:ext cx="10915650" cy="1745869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dirty="0">
                <a:latin typeface="Mathilde" panose="03050500000000020004" pitchFamily="66" charset="0"/>
              </a:rPr>
              <a:t>La classe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rappresenta una classe del modello. Sono le fondamenta della persistenza e verranno convertite da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Framework in query di create </a:t>
            </a:r>
            <a:r>
              <a:rPr lang="it-IT" dirty="0" err="1">
                <a:latin typeface="Mathilde" panose="03050500000000020004" pitchFamily="66" charset="0"/>
              </a:rPr>
              <a:t>table</a:t>
            </a:r>
            <a:r>
              <a:rPr lang="it-IT" dirty="0">
                <a:latin typeface="Mathilde" panose="03050500000000020004" pitchFamily="66" charset="0"/>
              </a:rPr>
              <a:t>. Le classi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saranno poi inserite nelle </a:t>
            </a:r>
            <a:r>
              <a:rPr lang="it-IT" dirty="0" err="1">
                <a:latin typeface="Mathilde" panose="03050500000000020004" pitchFamily="66" charset="0"/>
              </a:rPr>
              <a:t>collection</a:t>
            </a:r>
            <a:r>
              <a:rPr lang="it-IT" dirty="0">
                <a:latin typeface="Mathilde" panose="03050500000000020004" pitchFamily="66" charset="0"/>
              </a:rPr>
              <a:t> </a:t>
            </a:r>
            <a:r>
              <a:rPr lang="it-IT" dirty="0" err="1">
                <a:latin typeface="Mathilde" panose="03050500000000020004" pitchFamily="66" charset="0"/>
              </a:rPr>
              <a:t>DbSet</a:t>
            </a:r>
            <a:r>
              <a:rPr lang="it-IT" dirty="0">
                <a:latin typeface="Mathilde" panose="03050500000000020004" pitchFamily="66" charset="0"/>
              </a:rPr>
              <a:t> del </a:t>
            </a:r>
            <a:r>
              <a:rPr lang="it-IT" dirty="0" err="1">
                <a:latin typeface="Mathilde" panose="03050500000000020004" pitchFamily="66" charset="0"/>
              </a:rPr>
              <a:t>DbContext</a:t>
            </a:r>
            <a:endParaRPr lang="it-IT" dirty="0">
              <a:latin typeface="Mathilde" panose="03050500000000020004" pitchFamily="66" charset="0"/>
            </a:endParaRPr>
          </a:p>
          <a:p>
            <a:pPr algn="l"/>
            <a:endParaRPr lang="it-IT" dirty="0">
              <a:latin typeface="Mathilde" panose="03050500000000020004" pitchFamily="66" charset="0"/>
            </a:endParaRPr>
          </a:p>
          <a:p>
            <a:pPr algn="l"/>
            <a:r>
              <a:rPr lang="it-IT" dirty="0">
                <a:latin typeface="Mathilde" panose="03050500000000020004" pitchFamily="66" charset="0"/>
              </a:rPr>
              <a:t>Le classi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mappano anche le relazioni tra le varie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(1 : m, m : m)</a:t>
            </a:r>
          </a:p>
          <a:p>
            <a:pPr algn="l"/>
            <a:endParaRPr lang="it-IT" dirty="0">
              <a:latin typeface="Mathilde" panose="03050500000000020004" pitchFamily="66" charset="0"/>
            </a:endParaRPr>
          </a:p>
          <a:p>
            <a:pPr algn="l"/>
            <a:endParaRPr lang="it-IT" dirty="0">
              <a:latin typeface="Mathilde" panose="03050500000000020004" pitchFamily="66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9621BA-DE3F-26FD-36C2-0758B47F7558}"/>
              </a:ext>
            </a:extLst>
          </p:cNvPr>
          <p:cNvSpPr txBox="1"/>
          <p:nvPr/>
        </p:nvSpPr>
        <p:spPr>
          <a:xfrm>
            <a:off x="635508" y="3171485"/>
            <a:ext cx="6094476" cy="3108543"/>
          </a:xfrm>
          <a:prstGeom prst="rect">
            <a:avLst/>
          </a:prstGeom>
          <a:solidFill>
            <a:schemeClr val="accent4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  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chemeClr val="bg1"/>
                </a:solidFill>
                <a:latin typeface="Consolas" panose="020B0609020204030204" pitchFamily="49" charset="0"/>
              </a:rPr>
              <a:t>Id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  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chemeClr val="bg1"/>
                </a:solidFill>
                <a:latin typeface="Consolas" panose="020B0609020204030204" pitchFamily="49" charset="0"/>
              </a:rPr>
              <a:t>Name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  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Description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  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decimal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chemeClr val="bg1"/>
                </a:solidFill>
                <a:latin typeface="Consolas" panose="020B0609020204030204" pitchFamily="49" charset="0"/>
              </a:rPr>
              <a:t>Price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  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chemeClr val="bg1"/>
                </a:solidFill>
                <a:latin typeface="Consolas" panose="020B0609020204030204" pitchFamily="49" charset="0"/>
              </a:rPr>
              <a:t>Stock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  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CreatedAt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  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CategoryId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it-IT" sz="140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ABB2BF"/>
                </a:solidFill>
                <a:latin typeface="Consolas" panose="020B0609020204030204" pitchFamily="49" charset="0"/>
              </a:rPr>
              <a:t>  // 1 : 1 , 1 : m</a:t>
            </a:r>
            <a:endParaRPr lang="it-IT" sz="140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  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Category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Category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it-IT" sz="1400" dirty="0">
                <a:solidFill>
                  <a:srgbClr val="ABB2BF"/>
                </a:solidFill>
                <a:latin typeface="Consolas" panose="020B0609020204030204" pitchFamily="49" charset="0"/>
              </a:rPr>
              <a:t>// m : m</a:t>
            </a:r>
          </a:p>
          <a:p>
            <a:r>
              <a:rPr lang="it-IT" sz="1400" dirty="0">
                <a:solidFill>
                  <a:srgbClr val="C678DD"/>
                </a:solidFill>
                <a:latin typeface="Consolas" panose="020B0609020204030204" pitchFamily="49" charset="0"/>
              </a:rPr>
              <a:t> 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ICollection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OrderItem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OrderItems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  <a:endParaRPr lang="it-IT" sz="1400" dirty="0"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  <a:endParaRPr lang="it-IT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0708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Voodoo Powerpoint Template">
  <a:themeElements>
    <a:clrScheme name="Personalizzati 35">
      <a:dk1>
        <a:srgbClr val="222222"/>
      </a:dk1>
      <a:lt1>
        <a:srgbClr val="F7F7F7"/>
      </a:lt1>
      <a:dk2>
        <a:srgbClr val="222222"/>
      </a:dk2>
      <a:lt2>
        <a:srgbClr val="FEFFFF"/>
      </a:lt2>
      <a:accent1>
        <a:srgbClr val="CD171A"/>
      </a:accent1>
      <a:accent2>
        <a:srgbClr val="FF0002"/>
      </a:accent2>
      <a:accent3>
        <a:srgbClr val="000000"/>
      </a:accent3>
      <a:accent4>
        <a:srgbClr val="626669"/>
      </a:accent4>
      <a:accent5>
        <a:srgbClr val="96999B"/>
      </a:accent5>
      <a:accent6>
        <a:srgbClr val="C8C8C7"/>
      </a:accent6>
      <a:hlink>
        <a:srgbClr val="00A3E7"/>
      </a:hlink>
      <a:folHlink>
        <a:srgbClr val="BFBFB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effectLst/>
      </a:spPr>
      <a:bodyPr vert="horz" lIns="0" tIns="192024" rIns="0" bIns="0" rtlCol="0" anchor="t" anchorCtr="0">
        <a:noAutofit/>
      </a:bodyPr>
      <a:lstStyle>
        <a:defPPr algn="l">
          <a:defRPr sz="4400" dirty="0">
            <a:latin typeface="Mathilde" panose="03050500000000020004" pitchFamily="66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SACMI Copilot v2.potx [Sola lettura]" id="{1271BEC5-5461-4F2E-97A1-394E2BCBFC1B}" vid="{DB86313C-4F66-4BBE-B945-B40363502B3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D9464E9F2B8643B8CFC55C74E73F6C" ma:contentTypeVersion="0" ma:contentTypeDescription="Create a new document." ma:contentTypeScope="" ma:versionID="b3782283c27ee5c22a126012c811572a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31d5eec3c12ee2e8127422d567928fa7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BE2EC42-D943-4272-A3C2-57D6A083BDF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D6AC33D-6B99-44DF-92DF-A8BE332E54B7}">
  <ds:schemaRefs>
    <ds:schemaRef ds:uri="http://purl.org/dc/elements/1.1/"/>
    <ds:schemaRef ds:uri="http://purl.org/dc/terms/"/>
    <ds:schemaRef ds:uri="http://schemas.microsoft.com/internal/obd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301BBD3C-30E8-41E0-AB1E-71FEAFFDF248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</TotalTime>
  <Words>741</Words>
  <Application>Microsoft Office PowerPoint</Application>
  <PresentationFormat>Widescreen</PresentationFormat>
  <Paragraphs>123</Paragraphs>
  <Slides>12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Mathilde</vt:lpstr>
      <vt:lpstr>Open Sans SemiBold</vt:lpstr>
      <vt:lpstr>Voodoo Powerpoint Template</vt:lpstr>
      <vt:lpstr>Entity Framework Tips&amp;Tricks </vt:lpstr>
      <vt:lpstr>Agenda</vt:lpstr>
      <vt:lpstr> Introduzione e Concetti Base</vt:lpstr>
      <vt:lpstr>Presentazione standard di PowerPoint</vt:lpstr>
      <vt:lpstr>Entity Framework</vt:lpstr>
      <vt:lpstr>ORM</vt:lpstr>
      <vt:lpstr>ORM: quando si e quando no</vt:lpstr>
      <vt:lpstr>2. Code First e DbContext</vt:lpstr>
      <vt:lpstr>Approcci di sviluppo: DB First</vt:lpstr>
      <vt:lpstr>Approcci di sviluppo: Code First</vt:lpstr>
      <vt:lpstr>DbContext</vt:lpstr>
      <vt:lpstr>Classi Entity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Proudly crafted by Studio Verdi22 • Coordination by Sacmi Ufficio Immagine</dc:description>
  <cp:lastModifiedBy>Lorenzo Tullini</cp:lastModifiedBy>
  <cp:revision>6</cp:revision>
  <dcterms:created xsi:type="dcterms:W3CDTF">2025-11-01T15:26:39Z</dcterms:created>
  <dcterms:modified xsi:type="dcterms:W3CDTF">2025-11-07T10:34:25Z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0x0101003DD9464E9F2B8643B8CFC55C74E73F6C</vt:lpwstr>
  </property>
</Properties>
</file>